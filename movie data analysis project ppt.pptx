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Lst>
  <p:sldSz cx="9144000" cy="51435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143000" y="841680"/>
            <a:ext cx="6857640" cy="1790280"/>
          </a:xfrm>
          <a:prstGeom prst="rect">
            <a:avLst/>
          </a:prstGeom>
          <a:noFill/>
          <a:ln w="0">
            <a:noFill/>
          </a:ln>
        </p:spPr>
        <p:txBody>
          <a:bodyPr lIns="91440" tIns="45720" rIns="91440" bIns="45720" anchor="b">
            <a:noAutofit/>
          </a:bodyPr>
          <a:lstStyle>
            <a:lvl1pPr indent="0" algn="ctr" defTabSz="685800">
              <a:lnSpc>
                <a:spcPct val="90000"/>
              </a:lnSpc>
              <a:buNone/>
              <a:defRPr lang="en-US" sz="4500" b="0" u="none" strike="noStrike">
                <a:solidFill>
                  <a:schemeClr val="dk1"/>
                </a:solidFill>
                <a:effectLst/>
                <a:uFillTx/>
                <a:latin typeface="Calibri Light"/>
              </a:defRPr>
            </a:lvl1pPr>
          </a:lstStyle>
          <a:p>
            <a:pPr indent="0" algn="ctr" defTabSz="685800">
              <a:lnSpc>
                <a:spcPct val="90000"/>
              </a:lnSpc>
              <a:buNone/>
            </a:pPr>
            <a:r>
              <a:rPr lang="en-US" sz="4500" b="0" u="none" strike="noStrike">
                <a:solidFill>
                  <a:schemeClr val="dk1"/>
                </a:solidFill>
                <a:effectLst/>
                <a:uFillTx/>
                <a:latin typeface="Calibri Light"/>
              </a:rPr>
              <a:t>Click to edit Master title style</a:t>
            </a:r>
            <a:endParaRPr lang="en-US" sz="4500" b="0" u="none" strike="noStrike">
              <a:solidFill>
                <a:schemeClr val="dk1"/>
              </a:solidFill>
              <a:effectLst/>
              <a:uFillTx/>
              <a:latin typeface="Calibri Light"/>
            </a:endParaRPr>
          </a:p>
        </p:txBody>
      </p:sp>
      <p:sp>
        <p:nvSpPr>
          <p:cNvPr id="3" name="PlaceHolder 2"/>
          <p:cNvSpPr>
            <a:spLocks noGrp="1"/>
          </p:cNvSpPr>
          <p:nvPr>
            <p:ph type="dt" idx="1"/>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US" sz="900" b="0" u="none" strike="noStrike">
              <a:solidFill>
                <a:srgbClr val="000000"/>
              </a:solidFill>
              <a:effectLst/>
              <a:uFillTx/>
              <a:latin typeface="Times New Roman"/>
            </a:endParaRPr>
          </a:p>
        </p:txBody>
      </p:sp>
      <p:sp>
        <p:nvSpPr>
          <p:cNvPr id="4" name="PlaceHolder 3"/>
          <p:cNvSpPr>
            <a:spLocks noGrp="1"/>
          </p:cNvSpPr>
          <p:nvPr>
            <p:ph type="ftr" idx="2"/>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7B37967A-A28C-4318-A7FB-39B47DD7C668}" type="slidenum">
              <a:rPr lang="en-IN" sz="900" b="0" u="none" strike="noStrike">
                <a:solidFill>
                  <a:schemeClr val="dk1">
                    <a:tint val="75000"/>
                  </a:schemeClr>
                </a:solidFill>
                <a:effectLst/>
                <a:uFillTx/>
                <a:latin typeface="Calibri"/>
              </a:rPr>
              <a:t>&lt;number&gt;</a:t>
            </a:fld>
            <a:endParaRPr lang="en-US" sz="900" b="0" u="none" strike="noStrike">
              <a:solidFill>
                <a:srgbClr val="000000"/>
              </a:solidFill>
              <a:effectLst/>
              <a:uFillTx/>
              <a:latin typeface="Times New Roman"/>
            </a:endParaRPr>
          </a:p>
        </p:txBody>
      </p:sp>
      <p:sp>
        <p:nvSpPr>
          <p:cNvPr id="6" name="PlaceHolder 5"/>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defTabSz="685800">
              <a:lnSpc>
                <a:spcPct val="90000"/>
              </a:lnSpc>
              <a:spcBef>
                <a:spcPts val="751"/>
              </a:spcBef>
              <a:buClr>
                <a:srgbClr val="000000"/>
              </a:buClr>
              <a:buFont typeface="Arial"/>
              <a:buChar char="•"/>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SzPct val="75000"/>
              <a:buFont typeface="Symbol" charset="2"/>
              <a:buChar char=""/>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SzPct val="45000"/>
              <a:buFont typeface="Wingdings" charset="2"/>
              <a:buChar char=""/>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SzPct val="75000"/>
              <a:buFont typeface="Symbol" charset="2"/>
              <a:buChar char=""/>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SzPct val="45000"/>
              <a:buFont typeface="Wingdings" charset="2"/>
              <a:buChar char=""/>
              <a:defRPr lang="en-US" sz="1350" b="0" u="none" strike="noStrike">
                <a:solidFill>
                  <a:schemeClr val="dk1"/>
                </a:solidFill>
                <a:effectLst/>
                <a:uFillTx/>
                <a:latin typeface="Calibri"/>
              </a:defRPr>
            </a:lvl5pPr>
            <a:lvl6pPr lvl="5" algn="l" defTabSz="6858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6858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171360" indent="-171360" algn="l" defTabSz="685800">
              <a:lnSpc>
                <a:spcPct val="90000"/>
              </a:lnSpc>
              <a:spcBef>
                <a:spcPts val="751"/>
              </a:spcBef>
              <a:buClr>
                <a:srgbClr val="000000"/>
              </a:buClr>
              <a:buFont typeface="Arial"/>
              <a:buChar char="•"/>
            </a:pPr>
            <a:r>
              <a:rPr lang="en-US" sz="2100" b="0" u="none" strike="noStrike">
                <a:solidFill>
                  <a:schemeClr val="dk1"/>
                </a:solidFill>
                <a:effectLst/>
                <a:uFillTx/>
                <a:latin typeface="Calibri"/>
              </a:rPr>
              <a:t>Click to edit the outline text format</a:t>
            </a:r>
            <a:endParaRPr lang="en-US" sz="2100" b="0" u="none" strike="noStrike">
              <a:solidFill>
                <a:schemeClr val="dk1"/>
              </a:solidFill>
              <a:effectLst/>
              <a:uFillTx/>
              <a:latin typeface="Calibri"/>
            </a:endParaRPr>
          </a:p>
          <a:p>
            <a:pPr marL="864000" lvl="1" indent="-324000" algn="l" defTabSz="685800">
              <a:lnSpc>
                <a:spcPct val="90000"/>
              </a:lnSpc>
              <a:spcBef>
                <a:spcPts val="374"/>
              </a:spcBef>
              <a:buClr>
                <a:srgbClr val="000000"/>
              </a:buClr>
              <a:buSzPct val="75000"/>
              <a:buFont typeface="Symbol" charset="2"/>
              <a:buChar char=""/>
            </a:pPr>
            <a:r>
              <a:rPr lang="en-US" sz="1800" b="0" u="none" strike="noStrike">
                <a:solidFill>
                  <a:schemeClr val="dk1"/>
                </a:solidFill>
                <a:effectLst/>
                <a:uFillTx/>
                <a:latin typeface="Calibri"/>
              </a:rPr>
              <a:t>Second Outline Level</a:t>
            </a:r>
            <a:endParaRPr lang="en-US" sz="1800" b="0" u="none" strike="noStrike">
              <a:solidFill>
                <a:schemeClr val="dk1"/>
              </a:solidFill>
              <a:effectLst/>
              <a:uFillTx/>
              <a:latin typeface="Calibri"/>
            </a:endParaRPr>
          </a:p>
          <a:p>
            <a:pPr marL="1296000" lvl="2" indent="-288000" algn="l" defTabSz="685800">
              <a:lnSpc>
                <a:spcPct val="90000"/>
              </a:lnSpc>
              <a:spcBef>
                <a:spcPts val="374"/>
              </a:spcBef>
              <a:buClr>
                <a:srgbClr val="000000"/>
              </a:buClr>
              <a:buSzPct val="45000"/>
              <a:buFont typeface="Wingdings" charset="2"/>
              <a:buChar char=""/>
            </a:pPr>
            <a:r>
              <a:rPr lang="en-US" sz="1500" b="0" u="none" strike="noStrike">
                <a:solidFill>
                  <a:schemeClr val="dk1"/>
                </a:solidFill>
                <a:effectLst/>
                <a:uFillTx/>
                <a:latin typeface="Calibri"/>
              </a:rPr>
              <a:t>Third Outline Level</a:t>
            </a:r>
            <a:endParaRPr lang="en-US" sz="1500" b="0" u="none" strike="noStrike">
              <a:solidFill>
                <a:schemeClr val="dk1"/>
              </a:solidFill>
              <a:effectLst/>
              <a:uFillTx/>
              <a:latin typeface="Calibri"/>
            </a:endParaRPr>
          </a:p>
          <a:p>
            <a:pPr marL="1728000" lvl="3" indent="-216000" algn="l" defTabSz="685800">
              <a:lnSpc>
                <a:spcPct val="90000"/>
              </a:lnSpc>
              <a:spcBef>
                <a:spcPts val="374"/>
              </a:spcBef>
              <a:buClr>
                <a:srgbClr val="000000"/>
              </a:buClr>
              <a:buSzPct val="75000"/>
              <a:buFont typeface="Symbol" charset="2"/>
              <a:buChar char=""/>
            </a:pPr>
            <a:r>
              <a:rPr lang="en-US" sz="1350" b="0" u="none" strike="noStrike">
                <a:solidFill>
                  <a:schemeClr val="dk1"/>
                </a:solidFill>
                <a:effectLst/>
                <a:uFillTx/>
                <a:latin typeface="Calibri"/>
              </a:rPr>
              <a:t>Fourth Outline Level</a:t>
            </a:r>
            <a:endParaRPr lang="en-US" sz="1350" b="0" u="none" strike="noStrike">
              <a:solidFill>
                <a:schemeClr val="dk1"/>
              </a:solidFill>
              <a:effectLst/>
              <a:uFillTx/>
              <a:latin typeface="Calibri"/>
            </a:endParaRPr>
          </a:p>
          <a:p>
            <a:pPr marL="2160000" lvl="4" indent="-216000" algn="l" defTabSz="685800">
              <a:lnSpc>
                <a:spcPct val="90000"/>
              </a:lnSpc>
              <a:spcBef>
                <a:spcPts val="374"/>
              </a:spcBef>
              <a:buClr>
                <a:srgbClr val="000000"/>
              </a:buClr>
              <a:buSzPct val="45000"/>
              <a:buFont typeface="Wingdings" charset="2"/>
              <a:buChar char=""/>
            </a:pPr>
            <a:r>
              <a:rPr lang="en-US" sz="1350" b="0" u="none" strike="noStrike">
                <a:solidFill>
                  <a:schemeClr val="dk1"/>
                </a:solidFill>
                <a:effectLst/>
                <a:uFillTx/>
                <a:latin typeface="Calibri"/>
              </a:rPr>
              <a:t>Fifth Outline Level</a:t>
            </a:r>
            <a:endParaRPr lang="en-US" sz="1350" b="0" u="none" strike="noStrike">
              <a:solidFill>
                <a:schemeClr val="dk1"/>
              </a:solidFill>
              <a:effectLst/>
              <a:uFillTx/>
              <a:latin typeface="Calibri"/>
            </a:endParaRPr>
          </a:p>
          <a:p>
            <a:pPr marL="2592000" lvl="5" indent="-216000" algn="l" defTabSz="6858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6858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28560" y="273960"/>
            <a:ext cx="7886520" cy="993960"/>
          </a:xfrm>
          <a:prstGeom prst="rect">
            <a:avLst/>
          </a:prstGeom>
          <a:noFill/>
          <a:ln w="0">
            <a:noFill/>
          </a:ln>
        </p:spPr>
        <p:txBody>
          <a:bodyPr lIns="91440" tIns="45720" rIns="91440" bIns="45720" anchor="ctr">
            <a:noAutofit/>
          </a:bodyPr>
          <a:lstStyle>
            <a:lvl1pPr indent="0" algn="l" defTabSz="685800">
              <a:lnSpc>
                <a:spcPct val="90000"/>
              </a:lnSpc>
              <a:buNone/>
              <a:defRPr lang="en-US" sz="3300" b="0" u="none" strike="noStrike">
                <a:solidFill>
                  <a:schemeClr val="dk1"/>
                </a:solidFill>
                <a:effectLst/>
                <a:uFillTx/>
                <a:latin typeface="Calibri Light"/>
              </a:defRPr>
            </a:lvl1pPr>
          </a:lstStyle>
          <a:p>
            <a:pPr indent="0" algn="l" defTabSz="685800">
              <a:lnSpc>
                <a:spcPct val="90000"/>
              </a:lnSpc>
              <a:buNone/>
            </a:pPr>
            <a:r>
              <a:rPr lang="en-US" sz="3300" b="0" u="none" strike="noStrike">
                <a:solidFill>
                  <a:schemeClr val="dk1"/>
                </a:solidFill>
                <a:effectLst/>
                <a:uFillTx/>
                <a:latin typeface="Calibri Light"/>
              </a:rPr>
              <a:t>Click to edit Master title style</a:t>
            </a:r>
            <a:endParaRPr lang="en-US" sz="3300" b="0" u="none" strike="noStrike">
              <a:solidFill>
                <a:schemeClr val="dk1"/>
              </a:solidFill>
              <a:effectLst/>
              <a:uFillTx/>
              <a:latin typeface="Calibri Light"/>
            </a:endParaRPr>
          </a:p>
        </p:txBody>
      </p:sp>
      <p:sp>
        <p:nvSpPr>
          <p:cNvPr id="8" name="PlaceHolder 2"/>
          <p:cNvSpPr>
            <a:spLocks noGrp="1"/>
          </p:cNvSpPr>
          <p:nvPr>
            <p:ph type="body"/>
          </p:nvPr>
        </p:nvSpPr>
        <p:spPr>
          <a:xfrm>
            <a:off x="628560" y="1369080"/>
            <a:ext cx="7886520" cy="3263040"/>
          </a:xfrm>
          <a:prstGeom prst="rect">
            <a:avLst/>
          </a:prstGeom>
          <a:noFill/>
          <a:ln w="0">
            <a:noFill/>
          </a:ln>
        </p:spPr>
        <p:txBody>
          <a:bodyPr lIns="91440" tIns="45720" rIns="91440" bIns="45720" anchor="t" vert="eaVert">
            <a:noAutofit/>
          </a:bodyPr>
          <a:lstStyle>
            <a:lvl1pPr algn="l" defTabSz="685800">
              <a:lnSpc>
                <a:spcPct val="90000"/>
              </a:lnSpc>
              <a:spcBef>
                <a:spcPts val="751"/>
              </a:spcBef>
              <a:buClr>
                <a:srgbClr val="000000"/>
              </a:buClr>
              <a:buFont typeface="Arial"/>
              <a:buChar char="•"/>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9" name="PlaceHolder 3"/>
          <p:cNvSpPr>
            <a:spLocks noGrp="1"/>
          </p:cNvSpPr>
          <p:nvPr>
            <p:ph type="dt" idx="4"/>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US" sz="900" b="0" u="none" strike="noStrike">
              <a:solidFill>
                <a:srgbClr val="000000"/>
              </a:solidFill>
              <a:effectLst/>
              <a:uFillTx/>
              <a:latin typeface="Times New Roman"/>
            </a:endParaRPr>
          </a:p>
        </p:txBody>
      </p:sp>
      <p:sp>
        <p:nvSpPr>
          <p:cNvPr id="10" name="PlaceHolder 4"/>
          <p:cNvSpPr>
            <a:spLocks noGrp="1"/>
          </p:cNvSpPr>
          <p:nvPr>
            <p:ph type="ftr" idx="5"/>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D54056CB-ED92-4AD5-A83A-A56664B0BCD3}" type="slidenum">
              <a:rPr lang="en-IN" sz="900" b="0" u="none" strike="noStrike">
                <a:solidFill>
                  <a:schemeClr val="dk1">
                    <a:tint val="75000"/>
                  </a:schemeClr>
                </a:solidFill>
                <a:effectLst/>
                <a:uFillTx/>
                <a:latin typeface="Calibri"/>
              </a:rPr>
              <a:t>&lt;number&gt;</a:t>
            </a:fld>
            <a:endParaRPr lang="en-US" sz="9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543720" y="273960"/>
            <a:ext cx="1971360" cy="4358520"/>
          </a:xfrm>
          <a:prstGeom prst="rect">
            <a:avLst/>
          </a:prstGeom>
          <a:noFill/>
          <a:ln w="0">
            <a:noFill/>
          </a:ln>
        </p:spPr>
        <p:txBody>
          <a:bodyPr lIns="91440" tIns="45720" rIns="91440" bIns="45720" anchor="ctr" vert="eaVert">
            <a:noAutofit/>
          </a:bodyPr>
          <a:lstStyle>
            <a:lvl1pPr indent="0" algn="l" defTabSz="685800">
              <a:lnSpc>
                <a:spcPct val="90000"/>
              </a:lnSpc>
              <a:buNone/>
              <a:defRPr lang="en-US" sz="3300" b="0" u="none" strike="noStrike">
                <a:solidFill>
                  <a:schemeClr val="dk1"/>
                </a:solidFill>
                <a:effectLst/>
                <a:uFillTx/>
                <a:latin typeface="Calibri Light"/>
              </a:defRPr>
            </a:lvl1pPr>
          </a:lstStyle>
          <a:p>
            <a:pPr indent="0" algn="l" defTabSz="685800">
              <a:lnSpc>
                <a:spcPct val="90000"/>
              </a:lnSpc>
              <a:buNone/>
            </a:pPr>
            <a:r>
              <a:rPr lang="en-US" sz="3300" b="0" u="none" strike="noStrike">
                <a:solidFill>
                  <a:schemeClr val="dk1"/>
                </a:solidFill>
                <a:effectLst/>
                <a:uFillTx/>
                <a:latin typeface="Calibri Light"/>
              </a:rPr>
              <a:t>Click to edit Master title style</a:t>
            </a:r>
            <a:endParaRPr lang="en-US" sz="3300" b="0" u="none" strike="noStrike">
              <a:solidFill>
                <a:schemeClr val="dk1"/>
              </a:solidFill>
              <a:effectLst/>
              <a:uFillTx/>
              <a:latin typeface="Calibri Light"/>
            </a:endParaRPr>
          </a:p>
        </p:txBody>
      </p:sp>
      <p:sp>
        <p:nvSpPr>
          <p:cNvPr id="13" name="PlaceHolder 2"/>
          <p:cNvSpPr>
            <a:spLocks noGrp="1"/>
          </p:cNvSpPr>
          <p:nvPr>
            <p:ph type="body"/>
          </p:nvPr>
        </p:nvSpPr>
        <p:spPr>
          <a:xfrm>
            <a:off x="628560" y="273960"/>
            <a:ext cx="5800320" cy="4358520"/>
          </a:xfrm>
          <a:prstGeom prst="rect">
            <a:avLst/>
          </a:prstGeom>
          <a:noFill/>
          <a:ln w="0">
            <a:noFill/>
          </a:ln>
        </p:spPr>
        <p:txBody>
          <a:bodyPr lIns="91440" tIns="45720" rIns="91440" bIns="45720" anchor="t" vert="eaVert">
            <a:noAutofit/>
          </a:bodyPr>
          <a:lstStyle>
            <a:lvl1pPr algn="l" defTabSz="685800">
              <a:lnSpc>
                <a:spcPct val="90000"/>
              </a:lnSpc>
              <a:spcBef>
                <a:spcPts val="751"/>
              </a:spcBef>
              <a:buClr>
                <a:srgbClr val="000000"/>
              </a:buClr>
              <a:buFont typeface="Arial"/>
              <a:buChar char="•"/>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14" name="PlaceHolder 3"/>
          <p:cNvSpPr>
            <a:spLocks noGrp="1"/>
          </p:cNvSpPr>
          <p:nvPr>
            <p:ph type="dt" idx="7"/>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US" sz="900" b="0" u="none" strike="noStrike">
              <a:solidFill>
                <a:srgbClr val="000000"/>
              </a:solidFill>
              <a:effectLst/>
              <a:uFillTx/>
              <a:latin typeface="Times New Roman"/>
            </a:endParaRPr>
          </a:p>
        </p:txBody>
      </p:sp>
      <p:sp>
        <p:nvSpPr>
          <p:cNvPr id="15" name="PlaceHolder 4"/>
          <p:cNvSpPr>
            <a:spLocks noGrp="1"/>
          </p:cNvSpPr>
          <p:nvPr>
            <p:ph type="ftr" idx="8"/>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CF40EAA7-A2D8-412E-9733-BFEDE3068736}" type="slidenum">
              <a:rPr lang="en-IN" sz="900" b="0" u="none" strike="noStrike">
                <a:solidFill>
                  <a:schemeClr val="dk1">
                    <a:tint val="75000"/>
                  </a:schemeClr>
                </a:solidFill>
                <a:effectLst/>
                <a:uFillTx/>
                <a:latin typeface="Calibri"/>
              </a:rPr>
              <a:t>&lt;number&gt;</a:t>
            </a:fld>
            <a:endParaRPr lang="en-US" sz="9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628560" y="273960"/>
            <a:ext cx="7886520" cy="993960"/>
          </a:xfrm>
          <a:prstGeom prst="rect">
            <a:avLst/>
          </a:prstGeom>
          <a:noFill/>
          <a:ln w="0">
            <a:noFill/>
          </a:ln>
        </p:spPr>
        <p:txBody>
          <a:bodyPr lIns="91440" tIns="45720" rIns="91440" bIns="45720" anchor="ctr">
            <a:noAutofit/>
          </a:bodyPr>
          <a:lstStyle>
            <a:lvl1pPr indent="0" algn="l" defTabSz="685800">
              <a:lnSpc>
                <a:spcPct val="90000"/>
              </a:lnSpc>
              <a:buNone/>
              <a:defRPr lang="en-US" sz="3300" b="0" u="none" strike="noStrike">
                <a:solidFill>
                  <a:schemeClr val="dk1"/>
                </a:solidFill>
                <a:effectLst/>
                <a:uFillTx/>
                <a:latin typeface="Calibri Light"/>
              </a:defRPr>
            </a:lvl1pPr>
          </a:lstStyle>
          <a:p>
            <a:pPr indent="0" algn="l" defTabSz="685800">
              <a:lnSpc>
                <a:spcPct val="90000"/>
              </a:lnSpc>
              <a:buNone/>
            </a:pPr>
            <a:r>
              <a:rPr lang="en-US" sz="3300" b="0" u="none" strike="noStrike">
                <a:solidFill>
                  <a:schemeClr val="dk1"/>
                </a:solidFill>
                <a:effectLst/>
                <a:uFillTx/>
                <a:latin typeface="Calibri Light"/>
              </a:rPr>
              <a:t>Click to edit Master title style</a:t>
            </a:r>
            <a:endParaRPr lang="en-US" sz="3300" b="0" u="none" strike="noStrike">
              <a:solidFill>
                <a:schemeClr val="dk1"/>
              </a:solidFill>
              <a:effectLst/>
              <a:uFillTx/>
              <a:latin typeface="Calibri Light"/>
            </a:endParaRPr>
          </a:p>
        </p:txBody>
      </p:sp>
      <p:sp>
        <p:nvSpPr>
          <p:cNvPr id="18" name="PlaceHolder 2"/>
          <p:cNvSpPr>
            <a:spLocks noGrp="1"/>
          </p:cNvSpPr>
          <p:nvPr>
            <p:ph type="body"/>
          </p:nvPr>
        </p:nvSpPr>
        <p:spPr>
          <a:xfrm>
            <a:off x="628560" y="1369080"/>
            <a:ext cx="7886520" cy="3263040"/>
          </a:xfrm>
          <a:prstGeom prst="rect">
            <a:avLst/>
          </a:prstGeom>
          <a:noFill/>
          <a:ln w="0">
            <a:noFill/>
          </a:ln>
        </p:spPr>
        <p:txBody>
          <a:bodyPr lIns="91440" tIns="45720" rIns="91440" bIns="45720" anchor="t">
            <a:noAutofit/>
          </a:bodyPr>
          <a:lstStyle>
            <a:lvl1pPr algn="l" defTabSz="685800">
              <a:lnSpc>
                <a:spcPct val="90000"/>
              </a:lnSpc>
              <a:spcBef>
                <a:spcPts val="751"/>
              </a:spcBef>
              <a:buClr>
                <a:srgbClr val="000000"/>
              </a:buClr>
              <a:buFont typeface="Arial"/>
              <a:buChar char="•"/>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19" name="PlaceHolder 3"/>
          <p:cNvSpPr>
            <a:spLocks noGrp="1"/>
          </p:cNvSpPr>
          <p:nvPr>
            <p:ph type="dt" idx="10"/>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US" sz="900" b="0" u="none" strike="noStrike">
              <a:solidFill>
                <a:srgbClr val="000000"/>
              </a:solidFill>
              <a:effectLst/>
              <a:uFillTx/>
              <a:latin typeface="Times New Roman"/>
            </a:endParaRPr>
          </a:p>
        </p:txBody>
      </p:sp>
      <p:sp>
        <p:nvSpPr>
          <p:cNvPr id="20" name="PlaceHolder 4"/>
          <p:cNvSpPr>
            <a:spLocks noGrp="1"/>
          </p:cNvSpPr>
          <p:nvPr>
            <p:ph type="ftr" idx="11"/>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0C50A3A7-3A43-4AC4-B5BB-B40713D7A461}" type="slidenum">
              <a:rPr lang="en-IN" sz="900" b="0" u="none" strike="noStrike">
                <a:solidFill>
                  <a:schemeClr val="dk1">
                    <a:tint val="75000"/>
                  </a:schemeClr>
                </a:solidFill>
                <a:effectLst/>
                <a:uFillTx/>
                <a:latin typeface="Calibri"/>
              </a:rPr>
              <a:t>&lt;number&gt;</a:t>
            </a:fld>
            <a:endParaRPr lang="en-US" sz="9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23880" y="1282320"/>
            <a:ext cx="7886520" cy="2139120"/>
          </a:xfrm>
          <a:prstGeom prst="rect">
            <a:avLst/>
          </a:prstGeom>
          <a:noFill/>
          <a:ln w="0">
            <a:noFill/>
          </a:ln>
        </p:spPr>
        <p:txBody>
          <a:bodyPr lIns="91440" tIns="45720" rIns="91440" bIns="45720" anchor="b">
            <a:noAutofit/>
          </a:bodyPr>
          <a:lstStyle>
            <a:lvl1pPr indent="0" algn="l" defTabSz="685800">
              <a:lnSpc>
                <a:spcPct val="90000"/>
              </a:lnSpc>
              <a:buNone/>
              <a:defRPr lang="en-US" sz="4500" b="0" u="none" strike="noStrike">
                <a:solidFill>
                  <a:schemeClr val="dk1"/>
                </a:solidFill>
                <a:effectLst/>
                <a:uFillTx/>
                <a:latin typeface="Calibri Light"/>
              </a:defRPr>
            </a:lvl1pPr>
          </a:lstStyle>
          <a:p>
            <a:pPr indent="0" algn="l" defTabSz="685800">
              <a:lnSpc>
                <a:spcPct val="90000"/>
              </a:lnSpc>
              <a:buNone/>
            </a:pPr>
            <a:r>
              <a:rPr lang="en-US" sz="4500" b="0" u="none" strike="noStrike">
                <a:solidFill>
                  <a:schemeClr val="dk1"/>
                </a:solidFill>
                <a:effectLst/>
                <a:uFillTx/>
                <a:latin typeface="Calibri Light"/>
              </a:rPr>
              <a:t>Click to edit Master title style</a:t>
            </a:r>
            <a:endParaRPr lang="en-US" sz="4500" b="0" u="none" strike="noStrike">
              <a:solidFill>
                <a:schemeClr val="dk1"/>
              </a:solidFill>
              <a:effectLst/>
              <a:uFillTx/>
              <a:latin typeface="Calibri Light"/>
            </a:endParaRPr>
          </a:p>
        </p:txBody>
      </p:sp>
      <p:sp>
        <p:nvSpPr>
          <p:cNvPr id="23" name="PlaceHolder 2"/>
          <p:cNvSpPr>
            <a:spLocks noGrp="1"/>
          </p:cNvSpPr>
          <p:nvPr>
            <p:ph type="body"/>
          </p:nvPr>
        </p:nvSpPr>
        <p:spPr>
          <a:xfrm>
            <a:off x="623880" y="3441960"/>
            <a:ext cx="7886520" cy="1124640"/>
          </a:xfrm>
          <a:prstGeom prst="rect">
            <a:avLst/>
          </a:prstGeom>
          <a:noFill/>
          <a:ln w="0">
            <a:noFill/>
          </a:ln>
        </p:spPr>
        <p:txBody>
          <a:bodyPr lIns="91440" tIns="45720" rIns="91440" bIns="45720" anchor="t">
            <a:noAutofit/>
          </a:bodyPr>
          <a:lstStyle>
            <a:lvl1pPr indent="0" algn="l" defTabSz="685800">
              <a:lnSpc>
                <a:spcPct val="90000"/>
              </a:lnSpc>
              <a:spcBef>
                <a:spcPts val="751"/>
              </a:spcBef>
              <a:buNone/>
              <a:tabLst>
                <a:tab pos="0" algn="l"/>
              </a:tabLst>
              <a:defRPr lang="en-US" sz="1800" b="0" u="none" strike="noStrike">
                <a:solidFill>
                  <a:schemeClr val="dk1">
                    <a:tint val="75000"/>
                  </a:schemeClr>
                </a:solidFill>
                <a:effectLst/>
                <a:uFillTx/>
                <a:latin typeface="Calibri"/>
              </a:defRPr>
            </a:lvl1pPr>
          </a:lstStyle>
          <a:p>
            <a:pPr indent="0" algn="l" defTabSz="685800">
              <a:lnSpc>
                <a:spcPct val="90000"/>
              </a:lnSpc>
              <a:spcBef>
                <a:spcPts val="751"/>
              </a:spcBef>
              <a:buNone/>
              <a:tabLst>
                <a:tab pos="0" algn="l"/>
              </a:tabLst>
            </a:pPr>
            <a:r>
              <a:rPr lang="en-US" sz="1800" b="0" u="none" strike="noStrike">
                <a:solidFill>
                  <a:schemeClr val="dk1">
                    <a:tint val="75000"/>
                  </a:schemeClr>
                </a:solidFill>
                <a:effectLst/>
                <a:uFillTx/>
                <a:latin typeface="Calibri"/>
              </a:rPr>
              <a:t>Edit Master text styles</a:t>
            </a:r>
            <a:endParaRPr lang="en-US" sz="1800" b="0" u="none" strike="noStrike">
              <a:solidFill>
                <a:schemeClr val="dk1">
                  <a:tint val="75000"/>
                </a:schemeClr>
              </a:solidFill>
              <a:effectLst/>
              <a:uFillTx/>
              <a:latin typeface="Calibri"/>
            </a:endParaRPr>
          </a:p>
        </p:txBody>
      </p:sp>
      <p:sp>
        <p:nvSpPr>
          <p:cNvPr id="24" name="PlaceHolder 3"/>
          <p:cNvSpPr>
            <a:spLocks noGrp="1"/>
          </p:cNvSpPr>
          <p:nvPr>
            <p:ph type="dt" idx="13"/>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US" sz="900" b="0" u="none" strike="noStrike">
              <a:solidFill>
                <a:srgbClr val="000000"/>
              </a:solidFill>
              <a:effectLst/>
              <a:uFillTx/>
              <a:latin typeface="Times New Roman"/>
            </a:endParaRPr>
          </a:p>
        </p:txBody>
      </p:sp>
      <p:sp>
        <p:nvSpPr>
          <p:cNvPr id="25" name="PlaceHolder 4"/>
          <p:cNvSpPr>
            <a:spLocks noGrp="1"/>
          </p:cNvSpPr>
          <p:nvPr>
            <p:ph type="ftr" idx="14"/>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ADC5D9CD-4786-49BF-9211-6FFE7A02F9C9}" type="slidenum">
              <a:rPr lang="en-IN" sz="900" b="0" u="none" strike="noStrike">
                <a:solidFill>
                  <a:schemeClr val="dk1">
                    <a:tint val="75000"/>
                  </a:schemeClr>
                </a:solidFill>
                <a:effectLst/>
                <a:uFillTx/>
                <a:latin typeface="Calibri"/>
              </a:rPr>
              <a:t>&lt;number&gt;</a:t>
            </a:fld>
            <a:endParaRPr lang="en-US" sz="9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628560" y="273960"/>
            <a:ext cx="7886520" cy="993960"/>
          </a:xfrm>
          <a:prstGeom prst="rect">
            <a:avLst/>
          </a:prstGeom>
          <a:noFill/>
          <a:ln w="0">
            <a:noFill/>
          </a:ln>
        </p:spPr>
        <p:txBody>
          <a:bodyPr lIns="91440" tIns="45720" rIns="91440" bIns="45720" anchor="ctr">
            <a:noAutofit/>
          </a:bodyPr>
          <a:lstStyle>
            <a:lvl1pPr indent="0" algn="l" defTabSz="685800">
              <a:lnSpc>
                <a:spcPct val="90000"/>
              </a:lnSpc>
              <a:buNone/>
              <a:defRPr lang="en-US" sz="3300" b="0" u="none" strike="noStrike">
                <a:solidFill>
                  <a:schemeClr val="dk1"/>
                </a:solidFill>
                <a:effectLst/>
                <a:uFillTx/>
                <a:latin typeface="Calibri Light"/>
              </a:defRPr>
            </a:lvl1pPr>
          </a:lstStyle>
          <a:p>
            <a:pPr indent="0" algn="l" defTabSz="685800">
              <a:lnSpc>
                <a:spcPct val="90000"/>
              </a:lnSpc>
              <a:buNone/>
            </a:pPr>
            <a:r>
              <a:rPr lang="en-US" sz="3300" b="0" u="none" strike="noStrike">
                <a:solidFill>
                  <a:schemeClr val="dk1"/>
                </a:solidFill>
                <a:effectLst/>
                <a:uFillTx/>
                <a:latin typeface="Calibri Light"/>
              </a:rPr>
              <a:t>Click to edit Master title style</a:t>
            </a:r>
            <a:endParaRPr lang="en-US" sz="3300" b="0" u="none" strike="noStrike">
              <a:solidFill>
                <a:schemeClr val="dk1"/>
              </a:solidFill>
              <a:effectLst/>
              <a:uFillTx/>
              <a:latin typeface="Calibri Light"/>
            </a:endParaRPr>
          </a:p>
        </p:txBody>
      </p:sp>
      <p:sp>
        <p:nvSpPr>
          <p:cNvPr id="28" name="PlaceHolder 2"/>
          <p:cNvSpPr>
            <a:spLocks noGrp="1"/>
          </p:cNvSpPr>
          <p:nvPr>
            <p:ph type="body"/>
          </p:nvPr>
        </p:nvSpPr>
        <p:spPr>
          <a:xfrm>
            <a:off x="628560" y="1369080"/>
            <a:ext cx="3885840" cy="3263040"/>
          </a:xfrm>
          <a:prstGeom prst="rect">
            <a:avLst/>
          </a:prstGeom>
          <a:noFill/>
          <a:ln w="0">
            <a:noFill/>
          </a:ln>
        </p:spPr>
        <p:txBody>
          <a:bodyPr lIns="91440" tIns="45720" rIns="91440" bIns="45720" anchor="t">
            <a:noAutofit/>
          </a:bodyPr>
          <a:lstStyle>
            <a:lvl1pPr algn="l" defTabSz="685800">
              <a:lnSpc>
                <a:spcPct val="90000"/>
              </a:lnSpc>
              <a:spcBef>
                <a:spcPts val="751"/>
              </a:spcBef>
              <a:buClr>
                <a:srgbClr val="000000"/>
              </a:buClr>
              <a:buFont typeface="Arial"/>
              <a:buChar char="•"/>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29" name="PlaceHolder 3"/>
          <p:cNvSpPr>
            <a:spLocks noGrp="1"/>
          </p:cNvSpPr>
          <p:nvPr>
            <p:ph type="body"/>
          </p:nvPr>
        </p:nvSpPr>
        <p:spPr>
          <a:xfrm>
            <a:off x="4629240" y="1369080"/>
            <a:ext cx="3885840" cy="3263040"/>
          </a:xfrm>
          <a:prstGeom prst="rect">
            <a:avLst/>
          </a:prstGeom>
          <a:noFill/>
          <a:ln w="0">
            <a:noFill/>
          </a:ln>
        </p:spPr>
        <p:txBody>
          <a:bodyPr lIns="91440" tIns="45720" rIns="91440" bIns="45720" anchor="t">
            <a:noAutofit/>
          </a:bodyPr>
          <a:lstStyle>
            <a:lvl1pPr algn="l" defTabSz="685800">
              <a:lnSpc>
                <a:spcPct val="90000"/>
              </a:lnSpc>
              <a:spcBef>
                <a:spcPts val="751"/>
              </a:spcBef>
              <a:buClr>
                <a:srgbClr val="000000"/>
              </a:buClr>
              <a:buFont typeface="Arial"/>
              <a:buChar char="•"/>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30" name="PlaceHolder 4"/>
          <p:cNvSpPr>
            <a:spLocks noGrp="1"/>
          </p:cNvSpPr>
          <p:nvPr>
            <p:ph type="dt" idx="16"/>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US" sz="900" b="0" u="none" strike="noStrike">
              <a:solidFill>
                <a:srgbClr val="000000"/>
              </a:solidFill>
              <a:effectLst/>
              <a:uFillTx/>
              <a:latin typeface="Times New Roman"/>
            </a:endParaRPr>
          </a:p>
        </p:txBody>
      </p:sp>
      <p:sp>
        <p:nvSpPr>
          <p:cNvPr id="31" name="PlaceHolder 5"/>
          <p:cNvSpPr>
            <a:spLocks noGrp="1"/>
          </p:cNvSpPr>
          <p:nvPr>
            <p:ph type="ftr" idx="17"/>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1AA17973-EA05-406A-9FB4-D6FC0D042690}" type="slidenum">
              <a:rPr lang="en-IN" sz="900" b="0" u="none" strike="noStrike">
                <a:solidFill>
                  <a:schemeClr val="dk1">
                    <a:tint val="75000"/>
                  </a:schemeClr>
                </a:solidFill>
                <a:effectLst/>
                <a:uFillTx/>
                <a:latin typeface="Calibri"/>
              </a:rPr>
              <a:t>&lt;number&gt;</a:t>
            </a:fld>
            <a:endParaRPr lang="en-US" sz="9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630000" y="273960"/>
            <a:ext cx="7886520" cy="993960"/>
          </a:xfrm>
          <a:prstGeom prst="rect">
            <a:avLst/>
          </a:prstGeom>
          <a:noFill/>
          <a:ln w="0">
            <a:noFill/>
          </a:ln>
        </p:spPr>
        <p:txBody>
          <a:bodyPr lIns="91440" tIns="45720" rIns="91440" bIns="45720" anchor="ctr">
            <a:noAutofit/>
          </a:bodyPr>
          <a:lstStyle>
            <a:lvl1pPr indent="0" algn="l" defTabSz="685800">
              <a:lnSpc>
                <a:spcPct val="90000"/>
              </a:lnSpc>
              <a:buNone/>
              <a:defRPr lang="en-US" sz="3300" b="0" u="none" strike="noStrike">
                <a:solidFill>
                  <a:schemeClr val="dk1"/>
                </a:solidFill>
                <a:effectLst/>
                <a:uFillTx/>
                <a:latin typeface="Calibri Light"/>
              </a:defRPr>
            </a:lvl1pPr>
          </a:lstStyle>
          <a:p>
            <a:pPr indent="0" algn="l" defTabSz="685800">
              <a:lnSpc>
                <a:spcPct val="90000"/>
              </a:lnSpc>
              <a:buNone/>
            </a:pPr>
            <a:r>
              <a:rPr lang="en-US" sz="3300" b="0" u="none" strike="noStrike">
                <a:solidFill>
                  <a:schemeClr val="dk1"/>
                </a:solidFill>
                <a:effectLst/>
                <a:uFillTx/>
                <a:latin typeface="Calibri Light"/>
              </a:rPr>
              <a:t>Click to edit Master title style</a:t>
            </a:r>
            <a:endParaRPr lang="en-US" sz="3300" b="0" u="none" strike="noStrike">
              <a:solidFill>
                <a:schemeClr val="dk1"/>
              </a:solidFill>
              <a:effectLst/>
              <a:uFillTx/>
              <a:latin typeface="Calibri Light"/>
            </a:endParaRPr>
          </a:p>
        </p:txBody>
      </p:sp>
      <p:sp>
        <p:nvSpPr>
          <p:cNvPr id="34" name="PlaceHolder 2"/>
          <p:cNvSpPr>
            <a:spLocks noGrp="1"/>
          </p:cNvSpPr>
          <p:nvPr>
            <p:ph type="body"/>
          </p:nvPr>
        </p:nvSpPr>
        <p:spPr>
          <a:xfrm>
            <a:off x="630000" y="1260720"/>
            <a:ext cx="3867840" cy="617400"/>
          </a:xfrm>
          <a:prstGeom prst="rect">
            <a:avLst/>
          </a:prstGeom>
          <a:noFill/>
          <a:ln w="0">
            <a:noFill/>
          </a:ln>
        </p:spPr>
        <p:txBody>
          <a:bodyPr lIns="91440" tIns="45720" rIns="91440" bIns="45720" anchor="b">
            <a:noAutofit/>
          </a:bodyPr>
          <a:lstStyle>
            <a:lvl1pPr indent="0" algn="l" defTabSz="685800">
              <a:lnSpc>
                <a:spcPct val="90000"/>
              </a:lnSpc>
              <a:spcBef>
                <a:spcPts val="751"/>
              </a:spcBef>
              <a:buNone/>
              <a:tabLst>
                <a:tab pos="0" algn="l"/>
              </a:tabLst>
              <a:defRPr lang="en-US" sz="1800" b="1" u="none" strike="noStrike">
                <a:solidFill>
                  <a:schemeClr val="dk1"/>
                </a:solidFill>
                <a:effectLst/>
                <a:uFillTx/>
                <a:latin typeface="Calibri"/>
              </a:defRPr>
            </a:lvl1pPr>
          </a:lstStyle>
          <a:p>
            <a:pPr indent="0" algn="l" defTabSz="685800">
              <a:lnSpc>
                <a:spcPct val="90000"/>
              </a:lnSpc>
              <a:spcBef>
                <a:spcPts val="751"/>
              </a:spcBef>
              <a:buNone/>
              <a:tabLst>
                <a:tab pos="0" algn="l"/>
              </a:tabLst>
            </a:pPr>
            <a:r>
              <a:rPr lang="en-US" sz="1800" b="1" u="none" strike="noStrike">
                <a:solidFill>
                  <a:schemeClr val="dk1"/>
                </a:solidFill>
                <a:effectLst/>
                <a:uFillTx/>
                <a:latin typeface="Calibri"/>
              </a:rPr>
              <a:t>Edit Master text styles</a:t>
            </a:r>
            <a:endParaRPr lang="en-US" sz="1800" b="0" u="none" strike="noStrike">
              <a:solidFill>
                <a:schemeClr val="dk1"/>
              </a:solidFill>
              <a:effectLst/>
              <a:uFillTx/>
              <a:latin typeface="Calibri"/>
            </a:endParaRPr>
          </a:p>
        </p:txBody>
      </p:sp>
      <p:sp>
        <p:nvSpPr>
          <p:cNvPr id="35" name="PlaceHolder 3"/>
          <p:cNvSpPr>
            <a:spLocks noGrp="1"/>
          </p:cNvSpPr>
          <p:nvPr>
            <p:ph type="body"/>
          </p:nvPr>
        </p:nvSpPr>
        <p:spPr>
          <a:xfrm>
            <a:off x="630000" y="1878840"/>
            <a:ext cx="3867840" cy="2763000"/>
          </a:xfrm>
          <a:prstGeom prst="rect">
            <a:avLst/>
          </a:prstGeom>
          <a:noFill/>
          <a:ln w="0">
            <a:noFill/>
          </a:ln>
        </p:spPr>
        <p:txBody>
          <a:bodyPr lIns="91440" tIns="45720" rIns="91440" bIns="45720" anchor="t">
            <a:noAutofit/>
          </a:bodyPr>
          <a:lstStyle>
            <a:lvl1pPr algn="l" defTabSz="685800">
              <a:lnSpc>
                <a:spcPct val="90000"/>
              </a:lnSpc>
              <a:spcBef>
                <a:spcPts val="751"/>
              </a:spcBef>
              <a:buClr>
                <a:srgbClr val="000000"/>
              </a:buClr>
              <a:buFont typeface="Arial"/>
              <a:buChar char="•"/>
              <a:tabLst>
                <a:tab pos="0" algn="l"/>
              </a:tabLst>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tabLst>
                <a:tab pos="0" algn="l"/>
              </a:tabLst>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tabLst>
                <a:tab pos="0" algn="l"/>
              </a:tabLst>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tabLst>
                <a:tab pos="0" algn="l"/>
              </a:tabLst>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tabLst>
                <a:tab pos="0" algn="l"/>
              </a:tabLst>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tabLst>
                <a:tab pos="0" algn="l"/>
              </a:tabLst>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tabLst>
                <a:tab pos="0" algn="l"/>
              </a:tabLst>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tabLst>
                <a:tab pos="0" algn="l"/>
              </a:tabLst>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tabLst>
                <a:tab pos="0" algn="l"/>
              </a:tabLst>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tabLst>
                <a:tab pos="0" algn="l"/>
              </a:tabLst>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36" name="PlaceHolder 4"/>
          <p:cNvSpPr>
            <a:spLocks noGrp="1"/>
          </p:cNvSpPr>
          <p:nvPr>
            <p:ph type="body"/>
          </p:nvPr>
        </p:nvSpPr>
        <p:spPr>
          <a:xfrm>
            <a:off x="4629240" y="1260720"/>
            <a:ext cx="3886920" cy="617400"/>
          </a:xfrm>
          <a:prstGeom prst="rect">
            <a:avLst/>
          </a:prstGeom>
          <a:noFill/>
          <a:ln w="0">
            <a:noFill/>
          </a:ln>
        </p:spPr>
        <p:txBody>
          <a:bodyPr lIns="91440" tIns="45720" rIns="91440" bIns="45720" anchor="b">
            <a:noAutofit/>
          </a:bodyPr>
          <a:lstStyle>
            <a:lvl1pPr indent="0" algn="l" defTabSz="685800">
              <a:lnSpc>
                <a:spcPct val="90000"/>
              </a:lnSpc>
              <a:spcBef>
                <a:spcPts val="751"/>
              </a:spcBef>
              <a:buNone/>
              <a:tabLst>
                <a:tab pos="0" algn="l"/>
              </a:tabLst>
              <a:defRPr lang="en-US" sz="1800" b="1" u="none" strike="noStrike">
                <a:solidFill>
                  <a:schemeClr val="dk1"/>
                </a:solidFill>
                <a:effectLst/>
                <a:uFillTx/>
                <a:latin typeface="Calibri"/>
              </a:defRPr>
            </a:lvl1pPr>
          </a:lstStyle>
          <a:p>
            <a:pPr indent="0" algn="l" defTabSz="685800">
              <a:lnSpc>
                <a:spcPct val="90000"/>
              </a:lnSpc>
              <a:spcBef>
                <a:spcPts val="751"/>
              </a:spcBef>
              <a:buNone/>
              <a:tabLst>
                <a:tab pos="0" algn="l"/>
              </a:tabLst>
            </a:pPr>
            <a:r>
              <a:rPr lang="en-US" sz="1800" b="1" u="none" strike="noStrike">
                <a:solidFill>
                  <a:schemeClr val="dk1"/>
                </a:solidFill>
                <a:effectLst/>
                <a:uFillTx/>
                <a:latin typeface="Calibri"/>
              </a:rPr>
              <a:t>Edit Master text styles</a:t>
            </a:r>
            <a:endParaRPr lang="en-US" sz="1800" b="0" u="none" strike="noStrike">
              <a:solidFill>
                <a:schemeClr val="dk1"/>
              </a:solidFill>
              <a:effectLst/>
              <a:uFillTx/>
              <a:latin typeface="Calibri"/>
            </a:endParaRPr>
          </a:p>
        </p:txBody>
      </p:sp>
      <p:sp>
        <p:nvSpPr>
          <p:cNvPr id="37" name="PlaceHolder 5"/>
          <p:cNvSpPr>
            <a:spLocks noGrp="1"/>
          </p:cNvSpPr>
          <p:nvPr>
            <p:ph type="body"/>
          </p:nvPr>
        </p:nvSpPr>
        <p:spPr>
          <a:xfrm>
            <a:off x="4629240" y="1878840"/>
            <a:ext cx="3886920" cy="2763000"/>
          </a:xfrm>
          <a:prstGeom prst="rect">
            <a:avLst/>
          </a:prstGeom>
          <a:noFill/>
          <a:ln w="0">
            <a:noFill/>
          </a:ln>
        </p:spPr>
        <p:txBody>
          <a:bodyPr lIns="91440" tIns="45720" rIns="91440" bIns="45720" anchor="t">
            <a:noAutofit/>
          </a:bodyPr>
          <a:lstStyle>
            <a:lvl1pPr algn="l" defTabSz="685800">
              <a:lnSpc>
                <a:spcPct val="90000"/>
              </a:lnSpc>
              <a:spcBef>
                <a:spcPts val="751"/>
              </a:spcBef>
              <a:buClr>
                <a:srgbClr val="000000"/>
              </a:buClr>
              <a:buFont typeface="Arial"/>
              <a:buChar char="•"/>
              <a:tabLst>
                <a:tab pos="0" algn="l"/>
              </a:tabLst>
              <a:defRPr lang="en-US" sz="21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tabLst>
                <a:tab pos="0" algn="l"/>
              </a:tabLst>
              <a:defRPr lang="en-US" sz="18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tabLst>
                <a:tab pos="0" algn="l"/>
              </a:tabLst>
              <a:defRPr lang="en-US" sz="15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tabLst>
                <a:tab pos="0" algn="l"/>
              </a:tabLst>
              <a:defRPr lang="en-US" sz="135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tabLst>
                <a:tab pos="0" algn="l"/>
              </a:tabLst>
              <a:defRPr lang="en-US" sz="135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tabLst>
                <a:tab pos="0" algn="l"/>
              </a:tabLst>
            </a:pPr>
            <a:r>
              <a:rPr lang="en-US" sz="2100" b="0" u="none" strike="noStrike">
                <a:solidFill>
                  <a:schemeClr val="dk1"/>
                </a:solidFill>
                <a:effectLst/>
                <a:uFillTx/>
                <a:latin typeface="Calibri"/>
              </a:rPr>
              <a:t>Edit Master text styles</a:t>
            </a:r>
            <a:endParaRPr lang="en-US" sz="21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tabLst>
                <a:tab pos="0" algn="l"/>
              </a:tabLst>
            </a:pPr>
            <a:r>
              <a:rPr lang="en-US" sz="1800" b="0" u="none" strike="noStrike">
                <a:solidFill>
                  <a:schemeClr val="dk1"/>
                </a:solidFill>
                <a:effectLst/>
                <a:uFillTx/>
                <a:latin typeface="Calibri"/>
              </a:rPr>
              <a:t>Second level</a:t>
            </a:r>
            <a:endParaRPr lang="en-US" sz="18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tabLst>
                <a:tab pos="0" algn="l"/>
              </a:tabLst>
            </a:pPr>
            <a:r>
              <a:rPr lang="en-US" sz="1500" b="0" u="none" strike="noStrike">
                <a:solidFill>
                  <a:schemeClr val="dk1"/>
                </a:solidFill>
                <a:effectLst/>
                <a:uFillTx/>
                <a:latin typeface="Calibri"/>
              </a:rPr>
              <a:t>Third level</a:t>
            </a:r>
            <a:endParaRPr lang="en-US" sz="15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tabLst>
                <a:tab pos="0" algn="l"/>
              </a:tabLst>
            </a:pPr>
            <a:r>
              <a:rPr lang="en-US" sz="1350" b="0" u="none" strike="noStrike">
                <a:solidFill>
                  <a:schemeClr val="dk1"/>
                </a:solidFill>
                <a:effectLst/>
                <a:uFillTx/>
                <a:latin typeface="Calibri"/>
              </a:rPr>
              <a:t>Fourth level</a:t>
            </a:r>
            <a:endParaRPr lang="en-US" sz="135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tabLst>
                <a:tab pos="0" algn="l"/>
              </a:tabLst>
            </a:pPr>
            <a:r>
              <a:rPr lang="en-US" sz="1350" b="0" u="none" strike="noStrike">
                <a:solidFill>
                  <a:schemeClr val="dk1"/>
                </a:solidFill>
                <a:effectLst/>
                <a:uFillTx/>
                <a:latin typeface="Calibri"/>
              </a:rPr>
              <a:t>Fifth level</a:t>
            </a:r>
            <a:endParaRPr lang="en-US" sz="1350" b="0" u="none" strike="noStrike">
              <a:solidFill>
                <a:schemeClr val="dk1"/>
              </a:solidFill>
              <a:effectLst/>
              <a:uFillTx/>
              <a:latin typeface="Calibri"/>
            </a:endParaRPr>
          </a:p>
        </p:txBody>
      </p:sp>
      <p:sp>
        <p:nvSpPr>
          <p:cNvPr id="38" name="PlaceHolder 6"/>
          <p:cNvSpPr>
            <a:spLocks noGrp="1"/>
          </p:cNvSpPr>
          <p:nvPr>
            <p:ph type="dt" idx="19"/>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US" sz="900" b="0" u="none" strike="noStrike">
              <a:solidFill>
                <a:srgbClr val="000000"/>
              </a:solidFill>
              <a:effectLst/>
              <a:uFillTx/>
              <a:latin typeface="Times New Roman"/>
            </a:endParaRPr>
          </a:p>
        </p:txBody>
      </p:sp>
      <p:sp>
        <p:nvSpPr>
          <p:cNvPr id="39" name="PlaceHolder 7"/>
          <p:cNvSpPr>
            <a:spLocks noGrp="1"/>
          </p:cNvSpPr>
          <p:nvPr>
            <p:ph type="ftr" idx="20"/>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8F444FB9-E1DA-49FD-887F-3E551CE25B93}" type="slidenum">
              <a:rPr lang="en-IN" sz="900" b="0" u="none" strike="noStrike">
                <a:solidFill>
                  <a:schemeClr val="dk1">
                    <a:tint val="75000"/>
                  </a:schemeClr>
                </a:solidFill>
                <a:effectLst/>
                <a:uFillTx/>
                <a:latin typeface="Calibri"/>
              </a:rPr>
              <a:t>&lt;number&gt;</a:t>
            </a:fld>
            <a:endParaRPr lang="en-US" sz="9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628560" y="273960"/>
            <a:ext cx="7886520" cy="993960"/>
          </a:xfrm>
          <a:prstGeom prst="rect">
            <a:avLst/>
          </a:prstGeom>
          <a:noFill/>
          <a:ln w="0">
            <a:noFill/>
          </a:ln>
        </p:spPr>
        <p:txBody>
          <a:bodyPr lIns="91440" tIns="45720" rIns="91440" bIns="45720" anchor="ctr">
            <a:noAutofit/>
          </a:bodyPr>
          <a:lstStyle>
            <a:lvl1pPr indent="0" algn="l" defTabSz="685800">
              <a:lnSpc>
                <a:spcPct val="90000"/>
              </a:lnSpc>
              <a:buNone/>
              <a:defRPr lang="en-US" sz="3300" b="0" u="none" strike="noStrike">
                <a:solidFill>
                  <a:schemeClr val="dk1"/>
                </a:solidFill>
                <a:effectLst/>
                <a:uFillTx/>
                <a:latin typeface="Calibri Light"/>
              </a:defRPr>
            </a:lvl1pPr>
          </a:lstStyle>
          <a:p>
            <a:pPr indent="0" algn="l" defTabSz="685800">
              <a:lnSpc>
                <a:spcPct val="90000"/>
              </a:lnSpc>
              <a:buNone/>
            </a:pPr>
            <a:r>
              <a:rPr lang="en-US" sz="3300" b="0" u="none" strike="noStrike">
                <a:solidFill>
                  <a:schemeClr val="dk1"/>
                </a:solidFill>
                <a:effectLst/>
                <a:uFillTx/>
                <a:latin typeface="Calibri Light"/>
              </a:rPr>
              <a:t>Click to edit Master title style</a:t>
            </a:r>
            <a:endParaRPr lang="en-US" sz="3300" b="0" u="none" strike="noStrike">
              <a:solidFill>
                <a:schemeClr val="dk1"/>
              </a:solidFill>
              <a:effectLst/>
              <a:uFillTx/>
              <a:latin typeface="Calibri Light"/>
            </a:endParaRPr>
          </a:p>
        </p:txBody>
      </p:sp>
      <p:sp>
        <p:nvSpPr>
          <p:cNvPr id="42" name="PlaceHolder 2"/>
          <p:cNvSpPr>
            <a:spLocks noGrp="1"/>
          </p:cNvSpPr>
          <p:nvPr>
            <p:ph type="dt" idx="22"/>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US" sz="900" b="0" u="none" strike="noStrike">
              <a:solidFill>
                <a:srgbClr val="000000"/>
              </a:solidFill>
              <a:effectLst/>
              <a:uFillTx/>
              <a:latin typeface="Times New Roman"/>
            </a:endParaRPr>
          </a:p>
        </p:txBody>
      </p:sp>
      <p:sp>
        <p:nvSpPr>
          <p:cNvPr id="43" name="PlaceHolder 3"/>
          <p:cNvSpPr>
            <a:spLocks noGrp="1"/>
          </p:cNvSpPr>
          <p:nvPr>
            <p:ph type="ftr" idx="23"/>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1BAE6663-6711-4A25-B976-6A613058BE8A}" type="slidenum">
              <a:rPr lang="en-IN" sz="900" b="0" u="none" strike="noStrike">
                <a:solidFill>
                  <a:schemeClr val="dk1">
                    <a:tint val="75000"/>
                  </a:schemeClr>
                </a:solidFill>
                <a:effectLst/>
                <a:uFillTx/>
                <a:latin typeface="Calibri"/>
              </a:rPr>
              <a:t>&lt;number&gt;</a:t>
            </a:fld>
            <a:endParaRPr lang="en-US" sz="9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US" sz="900" b="0" u="none" strike="noStrike">
              <a:solidFill>
                <a:srgbClr val="000000"/>
              </a:solidFill>
              <a:effectLst/>
              <a:uFillTx/>
              <a:latin typeface="Times New Roman"/>
            </a:endParaRPr>
          </a:p>
        </p:txBody>
      </p:sp>
      <p:sp>
        <p:nvSpPr>
          <p:cNvPr id="46" name="PlaceHolder 2"/>
          <p:cNvSpPr>
            <a:spLocks noGrp="1"/>
          </p:cNvSpPr>
          <p:nvPr>
            <p:ph type="ftr" idx="26"/>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74C60F61-527F-4789-B650-3ADA4ECF700D}" type="slidenum">
              <a:rPr lang="en-IN" sz="900" b="0" u="none" strike="noStrike">
                <a:solidFill>
                  <a:schemeClr val="dk1">
                    <a:tint val="75000"/>
                  </a:schemeClr>
                </a:solidFill>
                <a:effectLst/>
                <a:uFillTx/>
                <a:latin typeface="Calibri"/>
              </a:rPr>
              <a:t>&lt;number&gt;</a:t>
            </a:fld>
            <a:endParaRPr lang="en-US" sz="9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630000" y="343080"/>
            <a:ext cx="2948760" cy="1199880"/>
          </a:xfrm>
          <a:prstGeom prst="rect">
            <a:avLst/>
          </a:prstGeom>
          <a:noFill/>
          <a:ln w="0">
            <a:noFill/>
          </a:ln>
        </p:spPr>
        <p:txBody>
          <a:bodyPr lIns="91440" tIns="45720" rIns="91440" bIns="45720" anchor="b">
            <a:noAutofit/>
          </a:bodyPr>
          <a:lstStyle>
            <a:lvl1pPr indent="0" algn="l" defTabSz="685800">
              <a:lnSpc>
                <a:spcPct val="90000"/>
              </a:lnSpc>
              <a:buNone/>
              <a:defRPr lang="en-US" sz="2400" b="0" u="none" strike="noStrike">
                <a:solidFill>
                  <a:schemeClr val="dk1"/>
                </a:solidFill>
                <a:effectLst/>
                <a:uFillTx/>
                <a:latin typeface="Calibri Light"/>
              </a:defRPr>
            </a:lvl1pPr>
          </a:lstStyle>
          <a:p>
            <a:pPr indent="0" algn="l" defTabSz="685800">
              <a:lnSpc>
                <a:spcPct val="90000"/>
              </a:lnSpc>
              <a:buNone/>
            </a:pPr>
            <a:r>
              <a:rPr lang="en-US" sz="2400" b="0" u="none" strike="noStrike">
                <a:solidFill>
                  <a:schemeClr val="dk1"/>
                </a:solidFill>
                <a:effectLst/>
                <a:uFillTx/>
                <a:latin typeface="Calibri Light"/>
              </a:rPr>
              <a:t>Click to edit Master title style</a:t>
            </a:r>
            <a:endParaRPr lang="en-US" sz="2400" b="0" u="none" strike="noStrike">
              <a:solidFill>
                <a:schemeClr val="dk1"/>
              </a:solidFill>
              <a:effectLst/>
              <a:uFillTx/>
              <a:latin typeface="Calibri Light"/>
            </a:endParaRPr>
          </a:p>
        </p:txBody>
      </p:sp>
      <p:sp>
        <p:nvSpPr>
          <p:cNvPr id="49" name="PlaceHolder 2"/>
          <p:cNvSpPr>
            <a:spLocks noGrp="1"/>
          </p:cNvSpPr>
          <p:nvPr>
            <p:ph type="body"/>
          </p:nvPr>
        </p:nvSpPr>
        <p:spPr>
          <a:xfrm>
            <a:off x="3887280" y="740520"/>
            <a:ext cx="4628880" cy="3654720"/>
          </a:xfrm>
          <a:prstGeom prst="rect">
            <a:avLst/>
          </a:prstGeom>
          <a:noFill/>
          <a:ln w="0">
            <a:noFill/>
          </a:ln>
        </p:spPr>
        <p:txBody>
          <a:bodyPr lIns="91440" tIns="45720" rIns="91440" bIns="45720" anchor="t">
            <a:noAutofit/>
          </a:bodyPr>
          <a:lstStyle>
            <a:lvl1pPr algn="l" defTabSz="685800">
              <a:lnSpc>
                <a:spcPct val="90000"/>
              </a:lnSpc>
              <a:spcBef>
                <a:spcPts val="751"/>
              </a:spcBef>
              <a:buClr>
                <a:srgbClr val="000000"/>
              </a:buClr>
              <a:buFont typeface="Arial"/>
              <a:buChar char="•"/>
              <a:defRPr lang="en-US" sz="2400" b="0" u="none" strike="noStrike">
                <a:solidFill>
                  <a:schemeClr val="dk1"/>
                </a:solidFill>
                <a:effectLst/>
                <a:uFillTx/>
                <a:latin typeface="Calibri"/>
              </a:defRPr>
            </a:lvl1pPr>
            <a:lvl2pPr lvl="1" algn="l" defTabSz="685800">
              <a:lnSpc>
                <a:spcPct val="90000"/>
              </a:lnSpc>
              <a:spcBef>
                <a:spcPts val="374"/>
              </a:spcBef>
              <a:buClr>
                <a:srgbClr val="000000"/>
              </a:buClr>
              <a:buFont typeface="Arial"/>
              <a:buChar char="•"/>
              <a:defRPr lang="en-US" sz="2100" b="0" u="none" strike="noStrike">
                <a:solidFill>
                  <a:schemeClr val="dk1"/>
                </a:solidFill>
                <a:effectLst/>
                <a:uFillTx/>
                <a:latin typeface="Calibri"/>
              </a:defRPr>
            </a:lvl2pPr>
            <a:lvl3pPr lvl="2" algn="l" defTabSz="685800">
              <a:lnSpc>
                <a:spcPct val="90000"/>
              </a:lnSpc>
              <a:spcBef>
                <a:spcPts val="374"/>
              </a:spcBef>
              <a:buClr>
                <a:srgbClr val="000000"/>
              </a:buClr>
              <a:buFont typeface="Arial"/>
              <a:buChar char="•"/>
              <a:defRPr lang="en-US" sz="1800" b="0" u="none" strike="noStrike">
                <a:solidFill>
                  <a:schemeClr val="dk1"/>
                </a:solidFill>
                <a:effectLst/>
                <a:uFillTx/>
                <a:latin typeface="Calibri"/>
              </a:defRPr>
            </a:lvl3pPr>
            <a:lvl4pPr lvl="3"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4pPr>
            <a:lvl5pPr lvl="4" algn="l" defTabSz="685800">
              <a:lnSpc>
                <a:spcPct val="90000"/>
              </a:lnSpc>
              <a:spcBef>
                <a:spcPts val="374"/>
              </a:spcBef>
              <a:buClr>
                <a:srgbClr val="000000"/>
              </a:buClr>
              <a:buFont typeface="Arial"/>
              <a:buChar char="•"/>
              <a:defRPr lang="en-US" sz="1500" b="0" u="none" strike="noStrike">
                <a:solidFill>
                  <a:schemeClr val="dk1"/>
                </a:solidFill>
                <a:effectLst/>
                <a:uFillTx/>
                <a:latin typeface="Calibri"/>
              </a:defRPr>
            </a:lvl5pPr>
          </a:lstStyle>
          <a:p>
            <a:pPr marL="171360" indent="-171360" algn="l" defTabSz="685800">
              <a:lnSpc>
                <a:spcPct val="90000"/>
              </a:lnSpc>
              <a:spcBef>
                <a:spcPts val="751"/>
              </a:spcBef>
              <a:buClr>
                <a:srgbClr val="000000"/>
              </a:buClr>
              <a:buFont typeface="Arial"/>
              <a:buChar char="•"/>
            </a:pPr>
            <a:r>
              <a:rPr lang="en-US" sz="2400" b="0" u="none" strike="noStrike">
                <a:solidFill>
                  <a:schemeClr val="dk1"/>
                </a:solidFill>
                <a:effectLst/>
                <a:uFillTx/>
                <a:latin typeface="Calibri"/>
              </a:rPr>
              <a:t>Edit Master text styles</a:t>
            </a:r>
            <a:endParaRPr lang="en-US" sz="2400" b="0" u="none" strike="noStrike">
              <a:solidFill>
                <a:schemeClr val="dk1"/>
              </a:solidFill>
              <a:effectLst/>
              <a:uFillTx/>
              <a:latin typeface="Calibri"/>
            </a:endParaRPr>
          </a:p>
          <a:p>
            <a:pPr marL="514440" lvl="1" indent="-171360" algn="l" defTabSz="685800">
              <a:lnSpc>
                <a:spcPct val="90000"/>
              </a:lnSpc>
              <a:spcBef>
                <a:spcPts val="374"/>
              </a:spcBef>
              <a:buClr>
                <a:srgbClr val="000000"/>
              </a:buClr>
              <a:buFont typeface="Arial"/>
              <a:buChar char="•"/>
            </a:pPr>
            <a:r>
              <a:rPr lang="en-US" sz="2100" b="0" u="none" strike="noStrike">
                <a:solidFill>
                  <a:schemeClr val="dk1"/>
                </a:solidFill>
                <a:effectLst/>
                <a:uFillTx/>
                <a:latin typeface="Calibri"/>
              </a:rPr>
              <a:t>Second level</a:t>
            </a:r>
            <a:endParaRPr lang="en-US" sz="2100" b="0" u="none" strike="noStrike">
              <a:solidFill>
                <a:schemeClr val="dk1"/>
              </a:solidFill>
              <a:effectLst/>
              <a:uFillTx/>
              <a:latin typeface="Calibri"/>
            </a:endParaRPr>
          </a:p>
          <a:p>
            <a:pPr marL="857160" lvl="2" indent="-171360" algn="l" defTabSz="685800">
              <a:lnSpc>
                <a:spcPct val="90000"/>
              </a:lnSpc>
              <a:spcBef>
                <a:spcPts val="374"/>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200240" lvl="3"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Fourth level</a:t>
            </a:r>
            <a:endParaRPr lang="en-US" sz="1500" b="0" u="none" strike="noStrike">
              <a:solidFill>
                <a:schemeClr val="dk1"/>
              </a:solidFill>
              <a:effectLst/>
              <a:uFillTx/>
              <a:latin typeface="Calibri"/>
            </a:endParaRPr>
          </a:p>
          <a:p>
            <a:pPr marL="1542960" lvl="4" indent="-171360" algn="l" defTabSz="685800">
              <a:lnSpc>
                <a:spcPct val="90000"/>
              </a:lnSpc>
              <a:spcBef>
                <a:spcPts val="374"/>
              </a:spcBef>
              <a:buClr>
                <a:srgbClr val="000000"/>
              </a:buClr>
              <a:buFont typeface="Arial"/>
              <a:buChar char="•"/>
            </a:pPr>
            <a:r>
              <a:rPr lang="en-US" sz="1500" b="0" u="none" strike="noStrike">
                <a:solidFill>
                  <a:schemeClr val="dk1"/>
                </a:solidFill>
                <a:effectLst/>
                <a:uFillTx/>
                <a:latin typeface="Calibri"/>
              </a:rPr>
              <a:t>Fifth level</a:t>
            </a:r>
            <a:endParaRPr lang="en-US" sz="1500" b="0" u="none" strike="noStrike">
              <a:solidFill>
                <a:schemeClr val="dk1"/>
              </a:solidFill>
              <a:effectLst/>
              <a:uFillTx/>
              <a:latin typeface="Calibri"/>
            </a:endParaRPr>
          </a:p>
        </p:txBody>
      </p:sp>
      <p:sp>
        <p:nvSpPr>
          <p:cNvPr id="50" name="PlaceHolder 3"/>
          <p:cNvSpPr>
            <a:spLocks noGrp="1"/>
          </p:cNvSpPr>
          <p:nvPr>
            <p:ph type="body"/>
          </p:nvPr>
        </p:nvSpPr>
        <p:spPr>
          <a:xfrm>
            <a:off x="630000" y="1542960"/>
            <a:ext cx="2948760" cy="2858400"/>
          </a:xfrm>
          <a:prstGeom prst="rect">
            <a:avLst/>
          </a:prstGeom>
          <a:noFill/>
          <a:ln w="0">
            <a:noFill/>
          </a:ln>
        </p:spPr>
        <p:txBody>
          <a:bodyPr lIns="91440" tIns="45720" rIns="91440" bIns="45720" anchor="t">
            <a:noAutofit/>
          </a:bodyPr>
          <a:lstStyle>
            <a:lvl1pPr indent="0" algn="l" defTabSz="685800">
              <a:lnSpc>
                <a:spcPct val="90000"/>
              </a:lnSpc>
              <a:spcBef>
                <a:spcPts val="751"/>
              </a:spcBef>
              <a:buNone/>
              <a:tabLst>
                <a:tab pos="0" algn="l"/>
              </a:tabLst>
              <a:defRPr lang="en-US" sz="1200" b="0" u="none" strike="noStrike">
                <a:solidFill>
                  <a:schemeClr val="dk1"/>
                </a:solidFill>
                <a:effectLst/>
                <a:uFillTx/>
                <a:latin typeface="Calibri"/>
              </a:defRPr>
            </a:lvl1pPr>
          </a:lstStyle>
          <a:p>
            <a:pPr indent="0" algn="l" defTabSz="685800">
              <a:lnSpc>
                <a:spcPct val="90000"/>
              </a:lnSpc>
              <a:spcBef>
                <a:spcPts val="751"/>
              </a:spcBef>
              <a:buNone/>
              <a:tabLst>
                <a:tab pos="0" algn="l"/>
              </a:tabLst>
            </a:pPr>
            <a:r>
              <a:rPr lang="en-US" sz="1200" b="0" u="none" strike="noStrike">
                <a:solidFill>
                  <a:schemeClr val="dk1"/>
                </a:solidFill>
                <a:effectLst/>
                <a:uFillTx/>
                <a:latin typeface="Calibri"/>
              </a:rPr>
              <a:t>Edit Master text styles</a:t>
            </a:r>
            <a:endParaRPr lang="en-US" sz="1200" b="0" u="none" strike="noStrike">
              <a:solidFill>
                <a:schemeClr val="dk1"/>
              </a:solidFill>
              <a:effectLst/>
              <a:uFillTx/>
              <a:latin typeface="Calibri"/>
            </a:endParaRPr>
          </a:p>
        </p:txBody>
      </p:sp>
      <p:sp>
        <p:nvSpPr>
          <p:cNvPr id="51" name="PlaceHolder 4"/>
          <p:cNvSpPr>
            <a:spLocks noGrp="1"/>
          </p:cNvSpPr>
          <p:nvPr>
            <p:ph type="dt" idx="28"/>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US" sz="900" b="0" u="none" strike="noStrike">
              <a:solidFill>
                <a:srgbClr val="000000"/>
              </a:solidFill>
              <a:effectLst/>
              <a:uFillTx/>
              <a:latin typeface="Times New Roman"/>
            </a:endParaRPr>
          </a:p>
        </p:txBody>
      </p:sp>
      <p:sp>
        <p:nvSpPr>
          <p:cNvPr id="52" name="PlaceHolder 5"/>
          <p:cNvSpPr>
            <a:spLocks noGrp="1"/>
          </p:cNvSpPr>
          <p:nvPr>
            <p:ph type="ftr" idx="29"/>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D95FF455-A68D-46E7-86C6-6A8AFF4F11C8}" type="slidenum">
              <a:rPr lang="en-IN" sz="900" b="0" u="none" strike="noStrike">
                <a:solidFill>
                  <a:schemeClr val="dk1">
                    <a:tint val="75000"/>
                  </a:schemeClr>
                </a:solidFill>
                <a:effectLst/>
                <a:uFillTx/>
                <a:latin typeface="Calibri"/>
              </a:rPr>
              <a:t>&lt;number&gt;</a:t>
            </a:fld>
            <a:endParaRPr lang="en-US" sz="9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630000" y="343080"/>
            <a:ext cx="2948760" cy="1199880"/>
          </a:xfrm>
          <a:prstGeom prst="rect">
            <a:avLst/>
          </a:prstGeom>
          <a:noFill/>
          <a:ln w="0">
            <a:noFill/>
          </a:ln>
        </p:spPr>
        <p:txBody>
          <a:bodyPr lIns="91440" tIns="45720" rIns="91440" bIns="45720" anchor="b">
            <a:noAutofit/>
          </a:bodyPr>
          <a:lstStyle>
            <a:lvl1pPr indent="0" algn="l" defTabSz="685800">
              <a:lnSpc>
                <a:spcPct val="90000"/>
              </a:lnSpc>
              <a:buNone/>
              <a:defRPr lang="en-US" sz="2400" b="0" u="none" strike="noStrike">
                <a:solidFill>
                  <a:schemeClr val="dk1"/>
                </a:solidFill>
                <a:effectLst/>
                <a:uFillTx/>
                <a:latin typeface="Calibri Light"/>
              </a:defRPr>
            </a:lvl1pPr>
          </a:lstStyle>
          <a:p>
            <a:pPr indent="0" algn="l" defTabSz="685800">
              <a:lnSpc>
                <a:spcPct val="90000"/>
              </a:lnSpc>
              <a:buNone/>
            </a:pPr>
            <a:r>
              <a:rPr lang="en-US" sz="2400" b="0" u="none" strike="noStrike">
                <a:solidFill>
                  <a:schemeClr val="dk1"/>
                </a:solidFill>
                <a:effectLst/>
                <a:uFillTx/>
                <a:latin typeface="Calibri Light"/>
              </a:rPr>
              <a:t>Click to edit Master title style</a:t>
            </a:r>
            <a:endParaRPr lang="en-US" sz="2400" b="0" u="none" strike="noStrike">
              <a:solidFill>
                <a:schemeClr val="dk1"/>
              </a:solidFill>
              <a:effectLst/>
              <a:uFillTx/>
              <a:latin typeface="Calibri Light"/>
            </a:endParaRPr>
          </a:p>
        </p:txBody>
      </p:sp>
      <p:sp>
        <p:nvSpPr>
          <p:cNvPr id="55" name="PlaceHolder 2"/>
          <p:cNvSpPr>
            <a:spLocks noGrp="1"/>
          </p:cNvSpPr>
          <p:nvPr>
            <p:ph type="pic"/>
          </p:nvPr>
        </p:nvSpPr>
        <p:spPr>
          <a:xfrm>
            <a:off x="3887280" y="740520"/>
            <a:ext cx="4628880" cy="3654720"/>
          </a:xfrm>
          <a:prstGeom prst="rect">
            <a:avLst/>
          </a:prstGeom>
          <a:noFill/>
          <a:ln w="0">
            <a:noFill/>
          </a:ln>
        </p:spPr>
        <p:txBody>
          <a:bodyPr lIns="90000" tIns="45000" rIns="90000" bIns="45000" anchor="t">
            <a:noAutofit/>
          </a:bodyPr>
          <a:p>
            <a:pPr indent="0" algn="l">
              <a:buNone/>
            </a:pPr>
            <a:r>
              <a:rPr lang="en-US" sz="2400" b="0" u="none" strike="noStrike">
                <a:solidFill>
                  <a:srgbClr val="000000"/>
                </a:solidFill>
                <a:effectLst/>
                <a:uFillTx/>
                <a:latin typeface="Arial"/>
              </a:rPr>
              <a:t>Double-click to add an Image</a:t>
            </a:r>
            <a:endParaRPr lang="en-US" sz="2400" b="0" u="none" strike="noStrike">
              <a:solidFill>
                <a:srgbClr val="000000"/>
              </a:solidFill>
              <a:effectLst/>
              <a:uFillTx/>
              <a:latin typeface="Arial"/>
            </a:endParaRPr>
          </a:p>
        </p:txBody>
      </p:sp>
      <p:sp>
        <p:nvSpPr>
          <p:cNvPr id="56" name="PlaceHolder 3"/>
          <p:cNvSpPr>
            <a:spLocks noGrp="1"/>
          </p:cNvSpPr>
          <p:nvPr>
            <p:ph type="body"/>
          </p:nvPr>
        </p:nvSpPr>
        <p:spPr>
          <a:xfrm>
            <a:off x="630000" y="1542960"/>
            <a:ext cx="2948760" cy="2858400"/>
          </a:xfrm>
          <a:prstGeom prst="rect">
            <a:avLst/>
          </a:prstGeom>
          <a:noFill/>
          <a:ln w="0">
            <a:noFill/>
          </a:ln>
        </p:spPr>
        <p:txBody>
          <a:bodyPr lIns="91440" tIns="45720" rIns="91440" bIns="45720" anchor="t">
            <a:noAutofit/>
          </a:bodyPr>
          <a:lstStyle>
            <a:lvl1pPr indent="0" algn="l" defTabSz="685800">
              <a:lnSpc>
                <a:spcPct val="90000"/>
              </a:lnSpc>
              <a:spcBef>
                <a:spcPts val="751"/>
              </a:spcBef>
              <a:buNone/>
              <a:tabLst>
                <a:tab pos="0" algn="l"/>
              </a:tabLst>
              <a:defRPr lang="en-US" sz="1200" b="0" u="none" strike="noStrike">
                <a:solidFill>
                  <a:schemeClr val="dk1"/>
                </a:solidFill>
                <a:effectLst/>
                <a:uFillTx/>
                <a:latin typeface="Calibri"/>
              </a:defRPr>
            </a:lvl1pPr>
          </a:lstStyle>
          <a:p>
            <a:pPr indent="0" algn="l" defTabSz="685800">
              <a:lnSpc>
                <a:spcPct val="90000"/>
              </a:lnSpc>
              <a:spcBef>
                <a:spcPts val="751"/>
              </a:spcBef>
              <a:buNone/>
              <a:tabLst>
                <a:tab pos="0" algn="l"/>
              </a:tabLst>
            </a:pPr>
            <a:r>
              <a:rPr lang="en-US" sz="1200" b="0" u="none" strike="noStrike">
                <a:solidFill>
                  <a:schemeClr val="dk1"/>
                </a:solidFill>
                <a:effectLst/>
                <a:uFillTx/>
                <a:latin typeface="Calibri"/>
              </a:rPr>
              <a:t>Edit Master text styles</a:t>
            </a:r>
            <a:endParaRPr lang="en-US" sz="1200" b="0" u="none" strike="noStrike">
              <a:solidFill>
                <a:schemeClr val="dk1"/>
              </a:solidFill>
              <a:effectLst/>
              <a:uFillTx/>
              <a:latin typeface="Calibri"/>
            </a:endParaRPr>
          </a:p>
        </p:txBody>
      </p:sp>
      <p:sp>
        <p:nvSpPr>
          <p:cNvPr id="57" name="PlaceHolder 4"/>
          <p:cNvSpPr>
            <a:spLocks noGrp="1"/>
          </p:cNvSpPr>
          <p:nvPr>
            <p:ph type="dt" idx="31"/>
          </p:nvPr>
        </p:nvSpPr>
        <p:spPr>
          <a:xfrm>
            <a:off x="628560" y="4767120"/>
            <a:ext cx="2057040" cy="273600"/>
          </a:xfrm>
          <a:prstGeom prst="rect">
            <a:avLst/>
          </a:prstGeom>
          <a:noFill/>
          <a:ln w="0">
            <a:noFill/>
          </a:ln>
        </p:spPr>
        <p:txBody>
          <a:bodyPr lIns="91440" tIns="45720" rIns="91440" bIns="45720" anchor="ctr">
            <a:noAutofit/>
          </a:bodyPr>
          <a:lstStyle>
            <a:lvl1pPr indent="0" algn="l" defTabSz="457200">
              <a:lnSpc>
                <a:spcPct val="100000"/>
              </a:lnSpc>
              <a:buNone/>
              <a:defRPr lang="en-IN" sz="900" b="0" u="none" strike="noStrike">
                <a:solidFill>
                  <a:schemeClr val="dk1">
                    <a:tint val="75000"/>
                  </a:schemeClr>
                </a:solidFill>
                <a:effectLst/>
                <a:uFillTx/>
                <a:latin typeface="Calibri"/>
              </a:defRPr>
            </a:lvl1pPr>
          </a:lstStyle>
          <a:p>
            <a:pPr indent="0" algn="l" defTabSz="457200">
              <a:lnSpc>
                <a:spcPct val="100000"/>
              </a:lnSpc>
              <a:buNone/>
            </a:pPr>
            <a:r>
              <a:rPr lang="en-IN" sz="900" b="0" u="none" strike="noStrike">
                <a:solidFill>
                  <a:schemeClr val="dk1">
                    <a:tint val="75000"/>
                  </a:schemeClr>
                </a:solidFill>
                <a:effectLst/>
                <a:uFillTx/>
                <a:latin typeface="Calibri"/>
              </a:rPr>
              <a:t>&lt;date/time&gt;</a:t>
            </a:r>
            <a:endParaRPr lang="en-US" sz="900" b="0" u="none" strike="noStrike">
              <a:solidFill>
                <a:srgbClr val="000000"/>
              </a:solidFill>
              <a:effectLst/>
              <a:uFillTx/>
              <a:latin typeface="Times New Roman"/>
            </a:endParaRPr>
          </a:p>
        </p:txBody>
      </p:sp>
      <p:sp>
        <p:nvSpPr>
          <p:cNvPr id="58" name="PlaceHolder 5"/>
          <p:cNvSpPr>
            <a:spLocks noGrp="1"/>
          </p:cNvSpPr>
          <p:nvPr>
            <p:ph type="ftr" idx="32"/>
          </p:nvPr>
        </p:nvSpPr>
        <p:spPr>
          <a:xfrm>
            <a:off x="3029040" y="4767120"/>
            <a:ext cx="3085920" cy="2736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6458040" y="4767120"/>
            <a:ext cx="2057040" cy="273600"/>
          </a:xfrm>
          <a:prstGeom prst="rect">
            <a:avLst/>
          </a:prstGeom>
          <a:noFill/>
          <a:ln w="0">
            <a:noFill/>
          </a:ln>
        </p:spPr>
        <p:txBody>
          <a:bodyPr lIns="91440" tIns="45720" rIns="91440" bIns="45720" anchor="ctr">
            <a:noAutofit/>
          </a:bodyPr>
          <a:lstStyle>
            <a:lvl1pPr indent="0" algn="r" defTabSz="457200">
              <a:lnSpc>
                <a:spcPct val="100000"/>
              </a:lnSpc>
              <a:buNone/>
              <a:defRPr lang="en-IN" sz="900" b="0" u="none" strike="noStrike">
                <a:solidFill>
                  <a:schemeClr val="dk1">
                    <a:tint val="75000"/>
                  </a:schemeClr>
                </a:solidFill>
                <a:effectLst/>
                <a:uFillTx/>
                <a:latin typeface="Calibri"/>
              </a:defRPr>
            </a:lvl1pPr>
          </a:lstStyle>
          <a:p>
            <a:pPr indent="0" algn="r" defTabSz="457200">
              <a:lnSpc>
                <a:spcPct val="100000"/>
              </a:lnSpc>
              <a:buNone/>
            </a:pPr>
            <a:fld id="{7D61B353-0F52-435D-93DA-854D986ADDCD}" type="slidenum">
              <a:rPr lang="en-IN" sz="900" b="0" u="none" strike="noStrike">
                <a:solidFill>
                  <a:schemeClr val="dk1">
                    <a:tint val="75000"/>
                  </a:schemeClr>
                </a:solidFill>
                <a:effectLst/>
                <a:uFillTx/>
                <a:latin typeface="Calibri"/>
              </a:rPr>
              <a:t>&lt;number&gt;</a:t>
            </a:fld>
            <a:endParaRPr lang="en-US" sz="9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jpeg"/><Relationship Id="rId3" Type="http://schemas.openxmlformats.org/officeDocument/2006/relationships/image" Target="../media/image5.png"/><Relationship Id="rId4"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jpeg"/><Relationship Id="rId3"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0.png"/><Relationship Id="rId3"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 name="Picture 8"/>
          <p:cNvPicPr/>
          <p:nvPr/>
        </p:nvPicPr>
        <p:blipFill>
          <a:blip r:embed="rId1"/>
          <a:stretch/>
        </p:blipFill>
        <p:spPr>
          <a:xfrm>
            <a:off x="1582560" y="-23040"/>
            <a:ext cx="5711040" cy="1739160"/>
          </a:xfrm>
          <a:prstGeom prst="rect">
            <a:avLst/>
          </a:prstGeom>
          <a:noFill/>
          <a:ln w="0">
            <a:noFill/>
          </a:ln>
        </p:spPr>
      </p:pic>
      <p:sp>
        <p:nvSpPr>
          <p:cNvPr id="61" name="TextBox 9"/>
          <p:cNvSpPr/>
          <p:nvPr/>
        </p:nvSpPr>
        <p:spPr>
          <a:xfrm>
            <a:off x="391320" y="1473120"/>
            <a:ext cx="7835400" cy="707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IN" sz="4000" b="1" u="none" strike="noStrike">
                <a:solidFill>
                  <a:schemeClr val="lt1"/>
                </a:solidFill>
                <a:effectLst/>
                <a:uFillTx/>
                <a:latin typeface="Calibri"/>
              </a:rPr>
              <a:t>Movie Data Analysis -  Full Project</a:t>
            </a:r>
            <a:endParaRPr lang="en-US" sz="4000" b="0" u="none" strike="noStrike">
              <a:solidFill>
                <a:srgbClr val="FFFFFF"/>
              </a:solidFill>
              <a:effectLst/>
              <a:uFillTx/>
              <a:latin typeface="Arial"/>
            </a:endParaRPr>
          </a:p>
        </p:txBody>
      </p:sp>
      <p:sp>
        <p:nvSpPr>
          <p:cNvPr id="62" name="TextBox 13"/>
          <p:cNvSpPr/>
          <p:nvPr/>
        </p:nvSpPr>
        <p:spPr>
          <a:xfrm>
            <a:off x="1798200" y="2252160"/>
            <a:ext cx="5022000" cy="522720"/>
          </a:xfrm>
          <a:prstGeom prst="rect">
            <a:avLst/>
          </a:prstGeom>
          <a:solidFill>
            <a:schemeClr val="tx2">
              <a:lumMod val="75000"/>
            </a:schemeClr>
          </a:solidFill>
          <a:ln w="0">
            <a:noFill/>
          </a:ln>
        </p:spPr>
        <p:style>
          <a:lnRef idx="0"/>
          <a:fillRef idx="0"/>
          <a:effectRef idx="0"/>
          <a:fontRef idx="minor"/>
        </p:style>
        <p:txBody>
          <a:bodyPr lIns="90000" tIns="45000" rIns="90000" bIns="45000" anchor="t">
            <a:spAutoFit/>
          </a:bodyPr>
          <a:p>
            <a:pPr algn="ctr" defTabSz="457200">
              <a:lnSpc>
                <a:spcPct val="100000"/>
              </a:lnSpc>
            </a:pPr>
            <a:r>
              <a:rPr lang="en-IN" sz="2800" b="0" u="none" strike="noStrike">
                <a:solidFill>
                  <a:schemeClr val="lt1"/>
                </a:solidFill>
                <a:effectLst/>
                <a:uFillTx/>
                <a:latin typeface="Calibri"/>
                <a:ea typeface="Calibri"/>
              </a:rPr>
              <a:t>Data Science &amp; Data Analyst</a:t>
            </a:r>
            <a:endParaRPr lang="en-US" sz="2800" b="0" u="none" strike="noStrike">
              <a:solidFill>
                <a:srgbClr val="FFFFFF"/>
              </a:solidFill>
              <a:effectLst/>
              <a:uFillTx/>
              <a:latin typeface="Arial"/>
            </a:endParaRPr>
          </a:p>
        </p:txBody>
      </p:sp>
      <p:pic>
        <p:nvPicPr>
          <p:cNvPr id="63" name="Picture 15"/>
          <p:cNvPicPr/>
          <p:nvPr/>
        </p:nvPicPr>
        <p:blipFill>
          <a:blip r:embed="rId2"/>
          <a:stretch/>
        </p:blipFill>
        <p:spPr>
          <a:xfrm>
            <a:off x="1600200" y="2514600"/>
            <a:ext cx="5283720" cy="297180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Rectangle 10"/>
          <p:cNvSpPr/>
          <p:nvPr/>
        </p:nvSpPr>
        <p:spPr>
          <a:xfrm>
            <a:off x="2387160" y="151920"/>
            <a:ext cx="4681800" cy="415080"/>
          </a:xfrm>
          <a:prstGeom prst="rect">
            <a:avLst/>
          </a:prstGeom>
          <a:noFill/>
          <a:ln w="38100">
            <a:solidFill>
              <a:srgbClr val="FFFFFF"/>
            </a:solidFill>
          </a:ln>
          <a:effectLst>
            <a:glow rad="139680">
              <a:srgbClr val="1465F4">
                <a:alpha val="40000"/>
              </a:srgbClr>
            </a:glow>
          </a:effectLst>
        </p:spPr>
        <p:style>
          <a:lnRef idx="2">
            <a:schemeClr val="accent1">
              <a:shade val="50000"/>
            </a:schemeClr>
          </a:lnRef>
          <a:fillRef idx="1">
            <a:schemeClr val="accent1"/>
          </a:fillRef>
          <a:effectRef idx="0">
            <a:schemeClr val="accent1"/>
          </a:effectRef>
          <a:fontRef idx="minor"/>
        </p:style>
        <p:txBody>
          <a:bodyPr numCol="1" spcCol="0" horzOverflow="overflow" lIns="68760" tIns="34200" rIns="68760" bIns="34200" anchor="ctr">
            <a:noAutofit/>
          </a:bodyPr>
          <a:p>
            <a:pPr algn="ctr" defTabSz="457200">
              <a:lnSpc>
                <a:spcPct val="100000"/>
              </a:lnSpc>
            </a:pPr>
            <a:r>
              <a:rPr lang="en-US" sz="2000" b="1" u="none" strike="noStrike">
                <a:solidFill>
                  <a:schemeClr val="lt1"/>
                </a:solidFill>
                <a:effectLst/>
                <a:uFillTx/>
                <a:latin typeface="Leelawadee"/>
              </a:rPr>
              <a:t>Netflix Movie Data Analysis Project</a:t>
            </a:r>
            <a:endParaRPr lang="en-US" sz="2000" b="0" u="none" strike="noStrike">
              <a:solidFill>
                <a:srgbClr val="FFFFFF"/>
              </a:solidFill>
              <a:effectLst/>
              <a:uFillTx/>
              <a:latin typeface="Arial"/>
            </a:endParaRPr>
          </a:p>
        </p:txBody>
      </p:sp>
      <p:sp>
        <p:nvSpPr>
          <p:cNvPr id="65" name="TextBox 8"/>
          <p:cNvSpPr/>
          <p:nvPr/>
        </p:nvSpPr>
        <p:spPr>
          <a:xfrm>
            <a:off x="2808000" y="729000"/>
            <a:ext cx="3678480" cy="3416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lt1"/>
                </a:solidFill>
                <a:effectLst/>
                <a:uFillTx/>
                <a:latin typeface="Calibri"/>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US" sz="1800" b="0" u="none" strike="noStrike">
              <a:solidFill>
                <a:srgbClr val="FFFFFF"/>
              </a:solidFill>
              <a:effectLst/>
              <a:uFillTx/>
              <a:latin typeface="Arial"/>
            </a:endParaRPr>
          </a:p>
        </p:txBody>
      </p:sp>
      <p:pic>
        <p:nvPicPr>
          <p:cNvPr id="66" name="Picture 13"/>
          <p:cNvPicPr/>
          <p:nvPr/>
        </p:nvPicPr>
        <p:blipFill>
          <a:blip r:embed="rId1"/>
          <a:stretch/>
        </p:blipFill>
        <p:spPr>
          <a:xfrm>
            <a:off x="0" y="643320"/>
            <a:ext cx="2807640" cy="1703880"/>
          </a:xfrm>
          <a:prstGeom prst="rect">
            <a:avLst/>
          </a:prstGeom>
          <a:noFill/>
          <a:ln w="0">
            <a:noFill/>
          </a:ln>
        </p:spPr>
      </p:pic>
      <p:pic>
        <p:nvPicPr>
          <p:cNvPr id="67" name="Picture 18"/>
          <p:cNvPicPr/>
          <p:nvPr/>
        </p:nvPicPr>
        <p:blipFill>
          <a:blip r:embed="rId2"/>
          <a:stretch/>
        </p:blipFill>
        <p:spPr>
          <a:xfrm>
            <a:off x="6486480" y="643320"/>
            <a:ext cx="2678040" cy="2571480"/>
          </a:xfrm>
          <a:prstGeom prst="rect">
            <a:avLst/>
          </a:prstGeom>
          <a:noFill/>
          <a:ln w="0">
            <a:noFill/>
          </a:ln>
        </p:spPr>
      </p:pic>
      <p:pic>
        <p:nvPicPr>
          <p:cNvPr id="68" name="Picture 20"/>
          <p:cNvPicPr/>
          <p:nvPr/>
        </p:nvPicPr>
        <p:blipFill>
          <a:blip r:embed="rId3"/>
          <a:stretch/>
        </p:blipFill>
        <p:spPr>
          <a:xfrm>
            <a:off x="-20880" y="2743200"/>
            <a:ext cx="2828880" cy="188568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Rectangle 10"/>
          <p:cNvSpPr/>
          <p:nvPr/>
        </p:nvSpPr>
        <p:spPr>
          <a:xfrm>
            <a:off x="2387160" y="151920"/>
            <a:ext cx="4681800" cy="415080"/>
          </a:xfrm>
          <a:prstGeom prst="rect">
            <a:avLst/>
          </a:prstGeom>
          <a:noFill/>
          <a:ln w="38100">
            <a:solidFill>
              <a:srgbClr val="FFFFFF"/>
            </a:solidFill>
          </a:ln>
          <a:effectLst>
            <a:glow rad="139680">
              <a:srgbClr val="1465F4">
                <a:alpha val="40000"/>
              </a:srgbClr>
            </a:glow>
          </a:effectLst>
        </p:spPr>
        <p:style>
          <a:lnRef idx="2">
            <a:schemeClr val="accent1">
              <a:shade val="50000"/>
            </a:schemeClr>
          </a:lnRef>
          <a:fillRef idx="1">
            <a:schemeClr val="accent1"/>
          </a:fillRef>
          <a:effectRef idx="0">
            <a:schemeClr val="accent1"/>
          </a:effectRef>
          <a:fontRef idx="minor"/>
        </p:style>
        <p:txBody>
          <a:bodyPr numCol="1" spcCol="0" horzOverflow="overflow" lIns="68760" tIns="34200" rIns="68760" bIns="34200" anchor="ctr">
            <a:noAutofit/>
          </a:bodyPr>
          <a:p>
            <a:pPr algn="ctr" defTabSz="457200">
              <a:lnSpc>
                <a:spcPct val="100000"/>
              </a:lnSpc>
            </a:pPr>
            <a:r>
              <a:rPr lang="en-US" sz="2000" b="1" u="none" strike="noStrike">
                <a:solidFill>
                  <a:schemeClr val="lt1"/>
                </a:solidFill>
                <a:effectLst/>
                <a:uFillTx/>
                <a:latin typeface="Leelawadee"/>
              </a:rPr>
              <a:t>Netflix Movie Data Analysis Project</a:t>
            </a:r>
            <a:endParaRPr lang="en-US" sz="2000" b="0" u="none" strike="noStrike">
              <a:solidFill>
                <a:srgbClr val="FFFFFF"/>
              </a:solidFill>
              <a:effectLst/>
              <a:uFillTx/>
              <a:latin typeface="Arial"/>
            </a:endParaRPr>
          </a:p>
        </p:txBody>
      </p:sp>
      <p:pic>
        <p:nvPicPr>
          <p:cNvPr id="70" name="Picture 3"/>
          <p:cNvPicPr/>
          <p:nvPr/>
        </p:nvPicPr>
        <p:blipFill>
          <a:blip r:embed="rId1"/>
          <a:stretch/>
        </p:blipFill>
        <p:spPr>
          <a:xfrm>
            <a:off x="160920" y="949680"/>
            <a:ext cx="4185720" cy="3622320"/>
          </a:xfrm>
          <a:prstGeom prst="rect">
            <a:avLst/>
          </a:prstGeom>
          <a:noFill/>
          <a:ln w="0">
            <a:noFill/>
          </a:ln>
        </p:spPr>
      </p:pic>
      <p:sp>
        <p:nvSpPr>
          <p:cNvPr id="71" name="TextBox 5"/>
          <p:cNvSpPr/>
          <p:nvPr/>
        </p:nvSpPr>
        <p:spPr>
          <a:xfrm>
            <a:off x="4347000" y="865080"/>
            <a:ext cx="4416840" cy="2446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700" b="0" u="none" strike="noStrike">
                <a:solidFill>
                  <a:schemeClr val="lt1"/>
                </a:solidFill>
                <a:effectLst/>
                <a:uFillTx/>
                <a:latin typeface="Calibri"/>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endParaRPr lang="en-US" sz="1700" b="0" u="none" strike="noStrike">
              <a:solidFill>
                <a:srgbClr val="FFFFFF"/>
              </a:solidFill>
              <a:effectLst/>
              <a:uFillTx/>
              <a:latin typeface="Arial"/>
            </a:endParaRPr>
          </a:p>
        </p:txBody>
      </p:sp>
      <p:pic>
        <p:nvPicPr>
          <p:cNvPr id="72" name="Picture 6"/>
          <p:cNvPicPr/>
          <p:nvPr/>
        </p:nvPicPr>
        <p:blipFill>
          <a:blip r:embed="rId2"/>
          <a:stretch/>
        </p:blipFill>
        <p:spPr>
          <a:xfrm>
            <a:off x="236160" y="228600"/>
            <a:ext cx="1364040" cy="41508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Rectangle 10"/>
          <p:cNvSpPr/>
          <p:nvPr/>
        </p:nvSpPr>
        <p:spPr>
          <a:xfrm>
            <a:off x="2387160" y="151920"/>
            <a:ext cx="4681800" cy="415080"/>
          </a:xfrm>
          <a:prstGeom prst="rect">
            <a:avLst/>
          </a:prstGeom>
          <a:noFill/>
          <a:ln w="38100">
            <a:solidFill>
              <a:srgbClr val="FFFFFF"/>
            </a:solidFill>
          </a:ln>
          <a:effectLst>
            <a:glow rad="139680">
              <a:srgbClr val="1465F4">
                <a:alpha val="40000"/>
              </a:srgbClr>
            </a:glow>
          </a:effectLst>
        </p:spPr>
        <p:style>
          <a:lnRef idx="2">
            <a:schemeClr val="accent1">
              <a:shade val="50000"/>
            </a:schemeClr>
          </a:lnRef>
          <a:fillRef idx="1">
            <a:schemeClr val="accent1"/>
          </a:fillRef>
          <a:effectRef idx="0">
            <a:schemeClr val="accent1"/>
          </a:effectRef>
          <a:fontRef idx="minor"/>
        </p:style>
        <p:txBody>
          <a:bodyPr numCol="1" spcCol="0" horzOverflow="overflow" lIns="68760" tIns="34200" rIns="68760" bIns="34200" anchor="ctr">
            <a:noAutofit/>
          </a:bodyPr>
          <a:p>
            <a:pPr algn="ctr" defTabSz="457200">
              <a:lnSpc>
                <a:spcPct val="100000"/>
              </a:lnSpc>
            </a:pPr>
            <a:r>
              <a:rPr lang="en-US" sz="2000" b="1" u="none" strike="noStrike">
                <a:solidFill>
                  <a:schemeClr val="lt1"/>
                </a:solidFill>
                <a:effectLst/>
                <a:uFillTx/>
                <a:latin typeface="Leelawadee"/>
              </a:rPr>
              <a:t>Netflix Movie Data Analysis Project</a:t>
            </a:r>
            <a:endParaRPr lang="en-US" sz="2000" b="0" u="none" strike="noStrike">
              <a:solidFill>
                <a:srgbClr val="FFFFFF"/>
              </a:solidFill>
              <a:effectLst/>
              <a:uFillTx/>
              <a:latin typeface="Arial"/>
            </a:endParaRPr>
          </a:p>
        </p:txBody>
      </p:sp>
      <p:pic>
        <p:nvPicPr>
          <p:cNvPr id="74" name="Picture 2"/>
          <p:cNvPicPr/>
          <p:nvPr/>
        </p:nvPicPr>
        <p:blipFill>
          <a:blip r:embed="rId1"/>
          <a:stretch/>
        </p:blipFill>
        <p:spPr>
          <a:xfrm>
            <a:off x="228600" y="223560"/>
            <a:ext cx="1518840" cy="462240"/>
          </a:xfrm>
          <a:prstGeom prst="rect">
            <a:avLst/>
          </a:prstGeom>
          <a:noFill/>
          <a:ln w="0">
            <a:noFill/>
          </a:ln>
        </p:spPr>
      </p:pic>
      <p:sp>
        <p:nvSpPr>
          <p:cNvPr id="75" name="TextBox 7"/>
          <p:cNvSpPr/>
          <p:nvPr/>
        </p:nvSpPr>
        <p:spPr>
          <a:xfrm>
            <a:off x="246240" y="748800"/>
            <a:ext cx="3748680" cy="3292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chemeClr val="lt1"/>
                </a:solidFill>
                <a:effectLst/>
                <a:uFillTx/>
                <a:latin typeface="Calibri"/>
              </a:rPr>
              <a:t>As of 2024, Netflix reported a revenue of nearly $10 billion in the third quarter, with profits reaching $2.4 billion. </a:t>
            </a:r>
            <a:endParaRPr lang="en-US" sz="1600" b="0" u="none" strike="noStrike">
              <a:solidFill>
                <a:srgbClr val="FFFFFF"/>
              </a:solidFill>
              <a:effectLst/>
              <a:uFillTx/>
              <a:latin typeface="Arial"/>
            </a:endParaRPr>
          </a:p>
          <a:p>
            <a:pPr defTabSz="457200">
              <a:lnSpc>
                <a:spcPct val="100000"/>
              </a:lnSpc>
            </a:pPr>
            <a:r>
              <a:rPr lang="en-US" sz="1600" b="0" u="none" strike="noStrike">
                <a:solidFill>
                  <a:schemeClr val="lt1"/>
                </a:solidFill>
                <a:effectLst/>
                <a:uFillTx/>
                <a:latin typeface="Calibri"/>
              </a:rPr>
              <a:t>The platform boasts over 283 million paid memberships across more than 190 countries, offering a vast library of TV series, films, and games in various genres and languages. </a:t>
            </a:r>
            <a:endParaRPr lang="en-US" sz="1600" b="0" u="none" strike="noStrike">
              <a:solidFill>
                <a:srgbClr val="FFFFFF"/>
              </a:solidFill>
              <a:effectLst/>
              <a:uFillTx/>
              <a:latin typeface="Arial"/>
            </a:endParaRPr>
          </a:p>
          <a:p>
            <a:pPr defTabSz="457200">
              <a:lnSpc>
                <a:spcPct val="100000"/>
              </a:lnSpc>
            </a:pPr>
            <a:endParaRPr lang="en-US" sz="1600" b="0" u="none" strike="noStrike">
              <a:solidFill>
                <a:srgbClr val="FFFFFF"/>
              </a:solidFill>
              <a:effectLst/>
              <a:uFillTx/>
              <a:latin typeface="Arial"/>
            </a:endParaRPr>
          </a:p>
          <a:p>
            <a:pPr defTabSz="457200">
              <a:lnSpc>
                <a:spcPct val="100000"/>
              </a:lnSpc>
            </a:pPr>
            <a:r>
              <a:rPr lang="en-US" sz="1600" b="0" u="none" strike="noStrike">
                <a:solidFill>
                  <a:schemeClr val="lt1"/>
                </a:solidFill>
                <a:effectLst/>
                <a:uFillTx/>
                <a:latin typeface="Calibri"/>
              </a:rPr>
              <a:t>Overall, Netflix's evolution from a DVD rental service to a global streaming giant underscores its adaptability and innovative approach in the entertainment industry.</a:t>
            </a:r>
            <a:endParaRPr lang="en-US" sz="1600" b="0" u="none" strike="noStrike">
              <a:solidFill>
                <a:srgbClr val="FFFFFF"/>
              </a:solidFill>
              <a:effectLst/>
              <a:uFillTx/>
              <a:latin typeface="Arial"/>
            </a:endParaRPr>
          </a:p>
        </p:txBody>
      </p:sp>
      <p:pic>
        <p:nvPicPr>
          <p:cNvPr id="76" name="Picture 9"/>
          <p:cNvPicPr/>
          <p:nvPr/>
        </p:nvPicPr>
        <p:blipFill>
          <a:blip r:embed="rId2"/>
          <a:stretch/>
        </p:blipFill>
        <p:spPr>
          <a:xfrm>
            <a:off x="4227480" y="936000"/>
            <a:ext cx="4838760" cy="340740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Rectangle 10"/>
          <p:cNvSpPr/>
          <p:nvPr/>
        </p:nvSpPr>
        <p:spPr>
          <a:xfrm>
            <a:off x="2387160" y="151920"/>
            <a:ext cx="4681800" cy="415080"/>
          </a:xfrm>
          <a:prstGeom prst="rect">
            <a:avLst/>
          </a:prstGeom>
          <a:noFill/>
          <a:ln w="38100">
            <a:solidFill>
              <a:srgbClr val="FFFFFF"/>
            </a:solidFill>
          </a:ln>
          <a:effectLst>
            <a:glow rad="139680">
              <a:srgbClr val="1465F4">
                <a:alpha val="40000"/>
              </a:srgbClr>
            </a:glow>
          </a:effectLst>
        </p:spPr>
        <p:style>
          <a:lnRef idx="2">
            <a:schemeClr val="accent1">
              <a:shade val="50000"/>
            </a:schemeClr>
          </a:lnRef>
          <a:fillRef idx="1">
            <a:schemeClr val="accent1"/>
          </a:fillRef>
          <a:effectRef idx="0">
            <a:schemeClr val="accent1"/>
          </a:effectRef>
          <a:fontRef idx="minor"/>
        </p:style>
        <p:txBody>
          <a:bodyPr numCol="1" spcCol="0" horzOverflow="overflow" lIns="68760" tIns="34200" rIns="68760" bIns="34200" anchor="ctr">
            <a:noAutofit/>
          </a:bodyPr>
          <a:p>
            <a:pPr algn="ctr" defTabSz="457200">
              <a:lnSpc>
                <a:spcPct val="100000"/>
              </a:lnSpc>
            </a:pPr>
            <a:r>
              <a:rPr lang="en-US" sz="2000" b="1" u="none" strike="noStrike">
                <a:solidFill>
                  <a:schemeClr val="lt1"/>
                </a:solidFill>
                <a:effectLst/>
                <a:uFillTx/>
                <a:latin typeface="Leelawadee"/>
              </a:rPr>
              <a:t>Netflix Movie Data Analysis Project</a:t>
            </a:r>
            <a:endParaRPr lang="en-US" sz="2000" b="0" u="none" strike="noStrike">
              <a:solidFill>
                <a:srgbClr val="FFFFFF"/>
              </a:solidFill>
              <a:effectLst/>
              <a:uFillTx/>
              <a:latin typeface="Arial"/>
            </a:endParaRPr>
          </a:p>
        </p:txBody>
      </p:sp>
      <p:pic>
        <p:nvPicPr>
          <p:cNvPr id="78" name="Picture 2"/>
          <p:cNvPicPr/>
          <p:nvPr/>
        </p:nvPicPr>
        <p:blipFill>
          <a:blip r:embed="rId1"/>
          <a:stretch/>
        </p:blipFill>
        <p:spPr>
          <a:xfrm>
            <a:off x="309960" y="223560"/>
            <a:ext cx="1518840" cy="462240"/>
          </a:xfrm>
          <a:prstGeom prst="rect">
            <a:avLst/>
          </a:prstGeom>
          <a:noFill/>
          <a:ln w="0">
            <a:noFill/>
          </a:ln>
        </p:spPr>
      </p:pic>
      <p:pic>
        <p:nvPicPr>
          <p:cNvPr id="79" name="Picture 5"/>
          <p:cNvPicPr/>
          <p:nvPr/>
        </p:nvPicPr>
        <p:blipFill>
          <a:blip r:embed="rId2"/>
          <a:stretch/>
        </p:blipFill>
        <p:spPr>
          <a:xfrm>
            <a:off x="1112040" y="914400"/>
            <a:ext cx="6431760" cy="37134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Rectangle 10"/>
          <p:cNvSpPr/>
          <p:nvPr/>
        </p:nvSpPr>
        <p:spPr>
          <a:xfrm>
            <a:off x="2387160" y="151920"/>
            <a:ext cx="4681800" cy="415080"/>
          </a:xfrm>
          <a:prstGeom prst="rect">
            <a:avLst/>
          </a:prstGeom>
          <a:noFill/>
          <a:ln w="38100">
            <a:solidFill>
              <a:srgbClr val="FFFFFF"/>
            </a:solidFill>
          </a:ln>
          <a:effectLst>
            <a:glow rad="139680">
              <a:srgbClr val="1465F4">
                <a:alpha val="40000"/>
              </a:srgbClr>
            </a:glow>
          </a:effectLst>
        </p:spPr>
        <p:style>
          <a:lnRef idx="2">
            <a:schemeClr val="accent1">
              <a:shade val="50000"/>
            </a:schemeClr>
          </a:lnRef>
          <a:fillRef idx="1">
            <a:schemeClr val="accent1"/>
          </a:fillRef>
          <a:effectRef idx="0">
            <a:schemeClr val="accent1"/>
          </a:effectRef>
          <a:fontRef idx="minor"/>
        </p:style>
        <p:txBody>
          <a:bodyPr numCol="1" spcCol="0" horzOverflow="overflow" lIns="68760" tIns="34200" rIns="68760" bIns="34200" anchor="ctr">
            <a:noAutofit/>
          </a:bodyPr>
          <a:p>
            <a:pPr algn="ctr" defTabSz="457200">
              <a:lnSpc>
                <a:spcPct val="100000"/>
              </a:lnSpc>
            </a:pPr>
            <a:r>
              <a:rPr lang="en-US" sz="2000" b="1" u="none" strike="noStrike">
                <a:solidFill>
                  <a:schemeClr val="lt1"/>
                </a:solidFill>
                <a:effectLst/>
                <a:uFillTx/>
                <a:latin typeface="Leelawadee"/>
              </a:rPr>
              <a:t>Netflix Movie Data Analysis Project</a:t>
            </a:r>
            <a:endParaRPr lang="en-US" sz="2000" b="0" u="none" strike="noStrike">
              <a:solidFill>
                <a:srgbClr val="FFFFFF"/>
              </a:solidFill>
              <a:effectLst/>
              <a:uFillTx/>
              <a:latin typeface="Arial"/>
            </a:endParaRPr>
          </a:p>
        </p:txBody>
      </p:sp>
      <p:pic>
        <p:nvPicPr>
          <p:cNvPr id="81" name="Picture 2"/>
          <p:cNvPicPr/>
          <p:nvPr/>
        </p:nvPicPr>
        <p:blipFill>
          <a:blip r:embed="rId1"/>
          <a:stretch/>
        </p:blipFill>
        <p:spPr>
          <a:xfrm>
            <a:off x="309960" y="223560"/>
            <a:ext cx="1518840" cy="462240"/>
          </a:xfrm>
          <a:prstGeom prst="rect">
            <a:avLst/>
          </a:prstGeom>
          <a:noFill/>
          <a:ln w="0">
            <a:noFill/>
          </a:ln>
        </p:spPr>
      </p:pic>
      <p:sp>
        <p:nvSpPr>
          <p:cNvPr id="82" name="TextBox 6"/>
          <p:cNvSpPr/>
          <p:nvPr/>
        </p:nvSpPr>
        <p:spPr>
          <a:xfrm>
            <a:off x="246240" y="813600"/>
            <a:ext cx="8756640" cy="3138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chemeClr val="lt1"/>
                </a:solidFill>
                <a:effectLst/>
                <a:uFillTx/>
                <a:latin typeface="Calibri"/>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endParaRPr lang="en-US" sz="1800" b="0" u="none" strike="noStrike">
              <a:solidFill>
                <a:srgbClr val="FFFFFF"/>
              </a:solidFill>
              <a:effectLst/>
              <a:uFillTx/>
              <a:latin typeface="Arial"/>
            </a:endParaRPr>
          </a:p>
          <a:p>
            <a:pPr defTabSz="457200">
              <a:lnSpc>
                <a:spcPct val="100000"/>
              </a:lnSpc>
            </a:pPr>
            <a:endParaRPr lang="en-US" sz="1800" b="0" u="none" strike="noStrike">
              <a:solidFill>
                <a:srgbClr val="FFFFFF"/>
              </a:solidFill>
              <a:effectLst/>
              <a:uFillTx/>
              <a:latin typeface="Arial"/>
            </a:endParaRPr>
          </a:p>
          <a:p>
            <a:pPr marL="343080" indent="-343080" defTabSz="457200">
              <a:lnSpc>
                <a:spcPct val="100000"/>
              </a:lnSpc>
              <a:buClr>
                <a:srgbClr val="FFFFFF"/>
              </a:buClr>
              <a:buFont typeface="OpenSymbol"/>
              <a:buAutoNum type="arabicParenR"/>
            </a:pPr>
            <a:r>
              <a:rPr lang="en-US" sz="1800" b="0" u="none" strike="noStrike">
                <a:solidFill>
                  <a:schemeClr val="lt1"/>
                </a:solidFill>
                <a:effectLst/>
                <a:uFillTx/>
                <a:latin typeface="Calibri"/>
              </a:rPr>
              <a:t>What is the most frequent genre of movies released on Netflix?</a:t>
            </a:r>
            <a:endParaRPr lang="en-US" sz="1800" b="0" u="none" strike="noStrike">
              <a:solidFill>
                <a:srgbClr val="FFFFFF"/>
              </a:solidFill>
              <a:effectLst/>
              <a:uFillTx/>
              <a:latin typeface="Arial"/>
            </a:endParaRPr>
          </a:p>
          <a:p>
            <a:pPr marL="343080" indent="-343080" defTabSz="457200">
              <a:lnSpc>
                <a:spcPct val="100000"/>
              </a:lnSpc>
              <a:buClr>
                <a:srgbClr val="FFFFFF"/>
              </a:buClr>
              <a:buFont typeface="OpenSymbol"/>
              <a:buAutoNum type="arabicParenR"/>
            </a:pPr>
            <a:r>
              <a:rPr lang="en-US" sz="1800" b="0" u="none" strike="noStrike">
                <a:solidFill>
                  <a:schemeClr val="lt1"/>
                </a:solidFill>
                <a:effectLst/>
                <a:uFillTx/>
                <a:latin typeface="Calibri"/>
              </a:rPr>
              <a:t>Which has highest votes in vote avg column?</a:t>
            </a:r>
            <a:endParaRPr lang="en-US" sz="1800" b="0" u="none" strike="noStrike">
              <a:solidFill>
                <a:srgbClr val="FFFFFF"/>
              </a:solidFill>
              <a:effectLst/>
              <a:uFillTx/>
              <a:latin typeface="Arial"/>
            </a:endParaRPr>
          </a:p>
          <a:p>
            <a:pPr marL="343080" indent="-343080" defTabSz="457200">
              <a:lnSpc>
                <a:spcPct val="100000"/>
              </a:lnSpc>
              <a:buClr>
                <a:srgbClr val="FFFFFF"/>
              </a:buClr>
              <a:buFont typeface="OpenSymbol"/>
              <a:buAutoNum type="arabicParenR"/>
            </a:pPr>
            <a:r>
              <a:rPr lang="en-US" sz="1800" b="0" u="none" strike="noStrike">
                <a:solidFill>
                  <a:schemeClr val="lt1"/>
                </a:solidFill>
                <a:effectLst/>
                <a:uFillTx/>
                <a:latin typeface="Calibri"/>
              </a:rPr>
              <a:t>What movie got the highest popularity? what's its genre?</a:t>
            </a:r>
            <a:endParaRPr lang="en-US" sz="1800" b="0" u="none" strike="noStrike">
              <a:solidFill>
                <a:srgbClr val="FFFFFF"/>
              </a:solidFill>
              <a:effectLst/>
              <a:uFillTx/>
              <a:latin typeface="Arial"/>
            </a:endParaRPr>
          </a:p>
          <a:p>
            <a:pPr marL="343080" indent="-343080" defTabSz="457200">
              <a:lnSpc>
                <a:spcPct val="100000"/>
              </a:lnSpc>
              <a:buClr>
                <a:srgbClr val="FFFFFF"/>
              </a:buClr>
              <a:buFont typeface="OpenSymbol"/>
              <a:buAutoNum type="arabicParenR"/>
            </a:pPr>
            <a:r>
              <a:rPr lang="en-US" sz="1800" b="0" u="none" strike="noStrike">
                <a:solidFill>
                  <a:schemeClr val="lt1"/>
                </a:solidFill>
                <a:effectLst/>
                <a:uFillTx/>
                <a:latin typeface="Calibri"/>
              </a:rPr>
              <a:t>What movie got the lowest popularity? what's its genre?</a:t>
            </a:r>
            <a:endParaRPr lang="en-US" sz="1800" b="0" u="none" strike="noStrike">
              <a:solidFill>
                <a:srgbClr val="FFFFFF"/>
              </a:solidFill>
              <a:effectLst/>
              <a:uFillTx/>
              <a:latin typeface="Arial"/>
            </a:endParaRPr>
          </a:p>
          <a:p>
            <a:pPr marL="343080" indent="-343080" defTabSz="457200">
              <a:lnSpc>
                <a:spcPct val="100000"/>
              </a:lnSpc>
              <a:buClr>
                <a:srgbClr val="FFFFFF"/>
              </a:buClr>
              <a:buFont typeface="OpenSymbol"/>
              <a:buAutoNum type="arabicParenR"/>
            </a:pPr>
            <a:r>
              <a:rPr lang="en-US" sz="1800" b="0" u="none" strike="noStrike">
                <a:solidFill>
                  <a:schemeClr val="lt1"/>
                </a:solidFill>
                <a:effectLst/>
                <a:uFillTx/>
                <a:latin typeface="Calibri"/>
              </a:rPr>
              <a:t>Which year has the most filmmed movies?</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9544</TotalTime>
  <Application>LibreOffice/26.8.0.3$Windows_X86_64 LibreOffice_project/bce0998afefdbc355585ca324285661a2170ba77</Application>
  <AppVersion>15.0000</AppVersion>
  <Words>512</Words>
  <Paragraphs>34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2022-12-29T08:52:07Z</dcterms:created>
  <dc:creator>ASUS</dc:creator>
  <dc:description/>
  <dc:language>en-US</dc:language>
  <cp:lastModifiedBy/>
  <dcterms:modified xsi:type="dcterms:W3CDTF">2026-09-15T12:28:57Z</dcterms:modified>
  <cp:revision>1411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(16:9)</vt:lpwstr>
  </property>
  <property fmtid="{D5CDD505-2E9C-101B-9397-08002B2CF9AE}" pid="3" name="Slides">
    <vt:i4>8</vt:i4>
  </property>
</Properties>
</file>